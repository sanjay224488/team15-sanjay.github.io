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6" r:id="rId13"/>
    <p:sldId id="265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A6602-090A-48FA-8F43-7E39EE8A02A4}" v="136" dt="2025-12-03T13:43:19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23AM1001 AMAR H M" userId="1b62c5d7accce612" providerId="LiveId" clId="{424FD0AF-3276-4E21-AE94-4B74DDD25169}"/>
    <pc:docChg chg="undo custSel addSld delSld modSld sldOrd">
      <pc:chgData name="ENG23AM1001 AMAR H M" userId="1b62c5d7accce612" providerId="LiveId" clId="{424FD0AF-3276-4E21-AE94-4B74DDD25169}" dt="2025-12-03T13:43:41.231" v="684" actId="14100"/>
      <pc:docMkLst>
        <pc:docMk/>
      </pc:docMkLst>
      <pc:sldChg chg="addSp delSp modSp new mod">
        <pc:chgData name="ENG23AM1001 AMAR H M" userId="1b62c5d7accce612" providerId="LiveId" clId="{424FD0AF-3276-4E21-AE94-4B74DDD25169}" dt="2025-12-03T06:32:42.469" v="118" actId="1076"/>
        <pc:sldMkLst>
          <pc:docMk/>
          <pc:sldMk cId="2669863734" sldId="256"/>
        </pc:sldMkLst>
        <pc:spChg chg="del">
          <ac:chgData name="ENG23AM1001 AMAR H M" userId="1b62c5d7accce612" providerId="LiveId" clId="{424FD0AF-3276-4E21-AE94-4B74DDD25169}" dt="2025-12-03T06:19:22.039" v="5" actId="478"/>
          <ac:spMkLst>
            <pc:docMk/>
            <pc:sldMk cId="2669863734" sldId="256"/>
            <ac:spMk id="2" creationId="{322B2A0B-332F-3491-249D-0486985B47B9}"/>
          </ac:spMkLst>
        </pc:spChg>
        <pc:spChg chg="del mod">
          <ac:chgData name="ENG23AM1001 AMAR H M" userId="1b62c5d7accce612" providerId="LiveId" clId="{424FD0AF-3276-4E21-AE94-4B74DDD25169}" dt="2025-12-03T06:20:04.186" v="16"/>
          <ac:spMkLst>
            <pc:docMk/>
            <pc:sldMk cId="2669863734" sldId="256"/>
            <ac:spMk id="3" creationId="{B654514B-3BAC-7EDB-7B6D-FFBAF5EFA281}"/>
          </ac:spMkLst>
        </pc:spChg>
        <pc:spChg chg="add del mod">
          <ac:chgData name="ENG23AM1001 AMAR H M" userId="1b62c5d7accce612" providerId="LiveId" clId="{424FD0AF-3276-4E21-AE94-4B74DDD25169}" dt="2025-12-03T06:31:09.412" v="87" actId="20577"/>
          <ac:spMkLst>
            <pc:docMk/>
            <pc:sldMk cId="2669863734" sldId="256"/>
            <ac:spMk id="7" creationId="{2A8035F0-A939-84FC-F206-95655B86D9CB}"/>
          </ac:spMkLst>
        </pc:spChg>
        <pc:spChg chg="add del mod">
          <ac:chgData name="ENG23AM1001 AMAR H M" userId="1b62c5d7accce612" providerId="LiveId" clId="{424FD0AF-3276-4E21-AE94-4B74DDD25169}" dt="2025-12-03T06:21:00.647" v="39" actId="1076"/>
          <ac:spMkLst>
            <pc:docMk/>
            <pc:sldMk cId="2669863734" sldId="256"/>
            <ac:spMk id="8" creationId="{5C4127F7-D7E2-BD7D-AF29-68BF10834846}"/>
          </ac:spMkLst>
        </pc:spChg>
        <pc:spChg chg="add del mod">
          <ac:chgData name="ENG23AM1001 AMAR H M" userId="1b62c5d7accce612" providerId="LiveId" clId="{424FD0AF-3276-4E21-AE94-4B74DDD25169}" dt="2025-12-03T06:20:09.599" v="18" actId="478"/>
          <ac:spMkLst>
            <pc:docMk/>
            <pc:sldMk cId="2669863734" sldId="256"/>
            <ac:spMk id="10" creationId="{685F1D8B-2867-B11D-D07C-4CEAA7750464}"/>
          </ac:spMkLst>
        </pc:spChg>
        <pc:spChg chg="add mod">
          <ac:chgData name="ENG23AM1001 AMAR H M" userId="1b62c5d7accce612" providerId="LiveId" clId="{424FD0AF-3276-4E21-AE94-4B74DDD25169}" dt="2025-12-03T06:32:26.174" v="116" actId="1076"/>
          <ac:spMkLst>
            <pc:docMk/>
            <pc:sldMk cId="2669863734" sldId="256"/>
            <ac:spMk id="11" creationId="{2682DF99-DB90-1322-9028-E2C69D5A8BAA}"/>
          </ac:spMkLst>
        </pc:spChg>
        <pc:spChg chg="add mod">
          <ac:chgData name="ENG23AM1001 AMAR H M" userId="1b62c5d7accce612" providerId="LiveId" clId="{424FD0AF-3276-4E21-AE94-4B74DDD25169}" dt="2025-12-03T06:21:52.060" v="59" actId="1076"/>
          <ac:spMkLst>
            <pc:docMk/>
            <pc:sldMk cId="2669863734" sldId="256"/>
            <ac:spMk id="13" creationId="{6BB4EC32-160D-18A7-5B7A-084112DB03E1}"/>
          </ac:spMkLst>
        </pc:spChg>
        <pc:spChg chg="add mod">
          <ac:chgData name="ENG23AM1001 AMAR H M" userId="1b62c5d7accce612" providerId="LiveId" clId="{424FD0AF-3276-4E21-AE94-4B74DDD25169}" dt="2025-12-03T06:32:42.469" v="118" actId="1076"/>
          <ac:spMkLst>
            <pc:docMk/>
            <pc:sldMk cId="2669863734" sldId="256"/>
            <ac:spMk id="14" creationId="{9A3F9A30-11A9-CEC0-407F-2ADD6098C8D3}"/>
          </ac:spMkLst>
        </pc:spChg>
        <pc:picChg chg="add mod">
          <ac:chgData name="ENG23AM1001 AMAR H M" userId="1b62c5d7accce612" providerId="LiveId" clId="{424FD0AF-3276-4E21-AE94-4B74DDD25169}" dt="2025-12-03T06:30:34.638" v="63" actId="1076"/>
          <ac:picMkLst>
            <pc:docMk/>
            <pc:sldMk cId="2669863734" sldId="256"/>
            <ac:picMk id="4" creationId="{25ECCD9A-AAB0-DF7D-D3C3-37010C5E91EE}"/>
          </ac:picMkLst>
        </pc:picChg>
        <pc:picChg chg="add mod">
          <ac:chgData name="ENG23AM1001 AMAR H M" userId="1b62c5d7accce612" providerId="LiveId" clId="{424FD0AF-3276-4E21-AE94-4B74DDD25169}" dt="2025-12-03T06:30:36.807" v="64" actId="1076"/>
          <ac:picMkLst>
            <pc:docMk/>
            <pc:sldMk cId="2669863734" sldId="256"/>
            <ac:picMk id="5" creationId="{CD8A7C14-4332-CF2C-4F86-ED7AF18B7A0D}"/>
          </ac:picMkLst>
        </pc:picChg>
        <pc:picChg chg="add mod">
          <ac:chgData name="ENG23AM1001 AMAR H M" userId="1b62c5d7accce612" providerId="LiveId" clId="{424FD0AF-3276-4E21-AE94-4B74DDD25169}" dt="2025-12-03T06:30:32.739" v="62" actId="1076"/>
          <ac:picMkLst>
            <pc:docMk/>
            <pc:sldMk cId="2669863734" sldId="256"/>
            <ac:picMk id="6" creationId="{65D43620-8394-2356-31D0-115BC418920B}"/>
          </ac:picMkLst>
        </pc:picChg>
      </pc:sldChg>
      <pc:sldChg chg="addSp delSp modSp new add del mod">
        <pc:chgData name="ENG23AM1001 AMAR H M" userId="1b62c5d7accce612" providerId="LiveId" clId="{424FD0AF-3276-4E21-AE94-4B74DDD25169}" dt="2025-12-03T13:31:29.216" v="626" actId="2696"/>
        <pc:sldMkLst>
          <pc:docMk/>
          <pc:sldMk cId="3347627917" sldId="257"/>
        </pc:sldMkLst>
        <pc:spChg chg="mod">
          <ac:chgData name="ENG23AM1001 AMAR H M" userId="1b62c5d7accce612" providerId="LiveId" clId="{424FD0AF-3276-4E21-AE94-4B74DDD25169}" dt="2025-12-03T06:47:32.702" v="282" actId="113"/>
          <ac:spMkLst>
            <pc:docMk/>
            <pc:sldMk cId="3347627917" sldId="257"/>
            <ac:spMk id="2" creationId="{1885B7E7-D8D3-DE73-4CFA-B715044ED551}"/>
          </ac:spMkLst>
        </pc:spChg>
        <pc:spChg chg="add del mod">
          <ac:chgData name="ENG23AM1001 AMAR H M" userId="1b62c5d7accce612" providerId="LiveId" clId="{424FD0AF-3276-4E21-AE94-4B74DDD25169}" dt="2025-12-03T06:33:23.798" v="129"/>
          <ac:spMkLst>
            <pc:docMk/>
            <pc:sldMk cId="3347627917" sldId="257"/>
            <ac:spMk id="3" creationId="{614B3933-466C-7B36-61CF-E1CF0FA13B1D}"/>
          </ac:spMkLst>
        </pc:spChg>
        <pc:spChg chg="add mod">
          <ac:chgData name="ENG23AM1001 AMAR H M" userId="1b62c5d7accce612" providerId="LiveId" clId="{424FD0AF-3276-4E21-AE94-4B74DDD25169}" dt="2025-12-03T06:33:08.242" v="121"/>
          <ac:spMkLst>
            <pc:docMk/>
            <pc:sldMk cId="3347627917" sldId="257"/>
            <ac:spMk id="4" creationId="{CB435F15-9754-498A-A792-A24A436E2229}"/>
          </ac:spMkLst>
        </pc:spChg>
        <pc:spChg chg="add del mod">
          <ac:chgData name="ENG23AM1001 AMAR H M" userId="1b62c5d7accce612" providerId="LiveId" clId="{424FD0AF-3276-4E21-AE94-4B74DDD25169}" dt="2025-12-03T06:33:22.739" v="128"/>
          <ac:spMkLst>
            <pc:docMk/>
            <pc:sldMk cId="3347627917" sldId="257"/>
            <ac:spMk id="5" creationId="{0E04F561-B8E4-5482-A0ED-27B77F94C778}"/>
          </ac:spMkLst>
        </pc:spChg>
        <pc:spChg chg="add mod">
          <ac:chgData name="ENG23AM1001 AMAR H M" userId="1b62c5d7accce612" providerId="LiveId" clId="{424FD0AF-3276-4E21-AE94-4B74DDD25169}" dt="2025-12-03T06:33:21.029" v="126"/>
          <ac:spMkLst>
            <pc:docMk/>
            <pc:sldMk cId="3347627917" sldId="257"/>
            <ac:spMk id="6" creationId="{87E198C6-71F9-FF6F-2FEC-5001986B57B6}"/>
          </ac:spMkLst>
        </pc:spChg>
        <pc:spChg chg="add del mod">
          <ac:chgData name="ENG23AM1001 AMAR H M" userId="1b62c5d7accce612" providerId="LiveId" clId="{424FD0AF-3276-4E21-AE94-4B74DDD25169}" dt="2025-12-03T06:36:39.858" v="159"/>
          <ac:spMkLst>
            <pc:docMk/>
            <pc:sldMk cId="3347627917" sldId="257"/>
            <ac:spMk id="7" creationId="{AF03CC1F-B78D-67E2-188B-86F061E0CE53}"/>
          </ac:spMkLst>
        </pc:spChg>
        <pc:spChg chg="add mod">
          <ac:chgData name="ENG23AM1001 AMAR H M" userId="1b62c5d7accce612" providerId="LiveId" clId="{424FD0AF-3276-4E21-AE94-4B74DDD25169}" dt="2025-12-03T06:45:18.871" v="261" actId="2711"/>
          <ac:spMkLst>
            <pc:docMk/>
            <pc:sldMk cId="3347627917" sldId="257"/>
            <ac:spMk id="8" creationId="{4EA84940-A582-3601-F383-89BC41BA3D78}"/>
          </ac:spMkLst>
        </pc:spChg>
        <pc:picChg chg="add mod">
          <ac:chgData name="ENG23AM1001 AMAR H M" userId="1b62c5d7accce612" providerId="LiveId" clId="{424FD0AF-3276-4E21-AE94-4B74DDD25169}" dt="2025-12-03T06:42:14.156" v="232" actId="14100"/>
          <ac:picMkLst>
            <pc:docMk/>
            <pc:sldMk cId="3347627917" sldId="257"/>
            <ac:picMk id="9" creationId="{593DEF42-3594-C286-BDA1-3F5709078C9D}"/>
          </ac:picMkLst>
        </pc:picChg>
        <pc:picChg chg="add mod">
          <ac:chgData name="ENG23AM1001 AMAR H M" userId="1b62c5d7accce612" providerId="LiveId" clId="{424FD0AF-3276-4E21-AE94-4B74DDD25169}" dt="2025-12-03T06:42:48.784" v="240" actId="1076"/>
          <ac:picMkLst>
            <pc:docMk/>
            <pc:sldMk cId="3347627917" sldId="257"/>
            <ac:picMk id="10" creationId="{2704579C-A0A9-D541-3D6F-261A8E199590}"/>
          </ac:picMkLst>
        </pc:picChg>
        <pc:picChg chg="add mod">
          <ac:chgData name="ENG23AM1001 AMAR H M" userId="1b62c5d7accce612" providerId="LiveId" clId="{424FD0AF-3276-4E21-AE94-4B74DDD25169}" dt="2025-12-03T06:42:17.775" v="233" actId="14100"/>
          <ac:picMkLst>
            <pc:docMk/>
            <pc:sldMk cId="3347627917" sldId="257"/>
            <ac:picMk id="11" creationId="{358B4E91-D5FD-B932-B3C9-EC2AD00B49F3}"/>
          </ac:picMkLst>
        </pc:picChg>
      </pc:sldChg>
      <pc:sldChg chg="addSp modSp new mod">
        <pc:chgData name="ENG23AM1001 AMAR H M" userId="1b62c5d7accce612" providerId="LiveId" clId="{424FD0AF-3276-4E21-AE94-4B74DDD25169}" dt="2025-12-03T07:32:31.387" v="543" actId="1076"/>
        <pc:sldMkLst>
          <pc:docMk/>
          <pc:sldMk cId="2372070320" sldId="258"/>
        </pc:sldMkLst>
        <pc:spChg chg="mod">
          <ac:chgData name="ENG23AM1001 AMAR H M" userId="1b62c5d7accce612" providerId="LiveId" clId="{424FD0AF-3276-4E21-AE94-4B74DDD25169}" dt="2025-12-03T07:17:40.660" v="456" actId="1076"/>
          <ac:spMkLst>
            <pc:docMk/>
            <pc:sldMk cId="2372070320" sldId="258"/>
            <ac:spMk id="2" creationId="{F9E98DDD-00D1-2278-206F-DC6B03399BD7}"/>
          </ac:spMkLst>
        </pc:spChg>
        <pc:spChg chg="mod">
          <ac:chgData name="ENG23AM1001 AMAR H M" userId="1b62c5d7accce612" providerId="LiveId" clId="{424FD0AF-3276-4E21-AE94-4B74DDD25169}" dt="2025-12-03T07:32:31.387" v="543" actId="1076"/>
          <ac:spMkLst>
            <pc:docMk/>
            <pc:sldMk cId="2372070320" sldId="258"/>
            <ac:spMk id="3" creationId="{324A4F01-9995-5169-C151-9FF3B8332D6E}"/>
          </ac:spMkLst>
        </pc:spChg>
        <pc:picChg chg="add mod">
          <ac:chgData name="ENG23AM1001 AMAR H M" userId="1b62c5d7accce612" providerId="LiveId" clId="{424FD0AF-3276-4E21-AE94-4B74DDD25169}" dt="2025-12-03T06:42:53.943" v="241"/>
          <ac:picMkLst>
            <pc:docMk/>
            <pc:sldMk cId="2372070320" sldId="258"/>
            <ac:picMk id="4" creationId="{516DF65C-6B0C-8643-4197-C9A12323B61D}"/>
          </ac:picMkLst>
        </pc:picChg>
        <pc:picChg chg="add mod">
          <ac:chgData name="ENG23AM1001 AMAR H M" userId="1b62c5d7accce612" providerId="LiveId" clId="{424FD0AF-3276-4E21-AE94-4B74DDD25169}" dt="2025-12-03T06:42:53.943" v="241"/>
          <ac:picMkLst>
            <pc:docMk/>
            <pc:sldMk cId="2372070320" sldId="258"/>
            <ac:picMk id="5" creationId="{1889085B-6796-1F2D-7F82-F027C0A34E7F}"/>
          </ac:picMkLst>
        </pc:picChg>
        <pc:picChg chg="add mod">
          <ac:chgData name="ENG23AM1001 AMAR H M" userId="1b62c5d7accce612" providerId="LiveId" clId="{424FD0AF-3276-4E21-AE94-4B74DDD25169}" dt="2025-12-03T06:42:53.943" v="241"/>
          <ac:picMkLst>
            <pc:docMk/>
            <pc:sldMk cId="2372070320" sldId="258"/>
            <ac:picMk id="6" creationId="{D0067CE0-1A21-940A-FAFF-82FBCB9B80DD}"/>
          </ac:picMkLst>
        </pc:picChg>
      </pc:sldChg>
      <pc:sldChg chg="addSp delSp modSp new mod">
        <pc:chgData name="ENG23AM1001 AMAR H M" userId="1b62c5d7accce612" providerId="LiveId" clId="{424FD0AF-3276-4E21-AE94-4B74DDD25169}" dt="2025-12-03T07:32:21.344" v="542" actId="27636"/>
        <pc:sldMkLst>
          <pc:docMk/>
          <pc:sldMk cId="3460109636" sldId="259"/>
        </pc:sldMkLst>
        <pc:spChg chg="mod">
          <ac:chgData name="ENG23AM1001 AMAR H M" userId="1b62c5d7accce612" providerId="LiveId" clId="{424FD0AF-3276-4E21-AE94-4B74DDD25169}" dt="2025-12-03T07:18:14.803" v="466" actId="1076"/>
          <ac:spMkLst>
            <pc:docMk/>
            <pc:sldMk cId="3460109636" sldId="259"/>
            <ac:spMk id="2" creationId="{9112B6D2-2B9C-A024-E65A-BE99AF374C03}"/>
          </ac:spMkLst>
        </pc:spChg>
        <pc:spChg chg="mod">
          <ac:chgData name="ENG23AM1001 AMAR H M" userId="1b62c5d7accce612" providerId="LiveId" clId="{424FD0AF-3276-4E21-AE94-4B74DDD25169}" dt="2025-12-03T07:32:21.344" v="542" actId="27636"/>
          <ac:spMkLst>
            <pc:docMk/>
            <pc:sldMk cId="3460109636" sldId="259"/>
            <ac:spMk id="3" creationId="{2832FA91-CD4C-58AD-9349-85F1FE6C0B27}"/>
          </ac:spMkLst>
        </pc:spChg>
        <pc:spChg chg="add del">
          <ac:chgData name="ENG23AM1001 AMAR H M" userId="1b62c5d7accce612" providerId="LiveId" clId="{424FD0AF-3276-4E21-AE94-4B74DDD25169}" dt="2025-12-03T06:43:34.521" v="250" actId="22"/>
          <ac:spMkLst>
            <pc:docMk/>
            <pc:sldMk cId="3460109636" sldId="259"/>
            <ac:spMk id="5" creationId="{DA1E343E-0909-D7E1-76F6-E628A1835B18}"/>
          </ac:spMkLst>
        </pc:spChg>
        <pc:picChg chg="add mod">
          <ac:chgData name="ENG23AM1001 AMAR H M" userId="1b62c5d7accce612" providerId="LiveId" clId="{424FD0AF-3276-4E21-AE94-4B74DDD25169}" dt="2025-12-03T07:18:11.489" v="465" actId="1076"/>
          <ac:picMkLst>
            <pc:docMk/>
            <pc:sldMk cId="3460109636" sldId="259"/>
            <ac:picMk id="6" creationId="{81BCD83C-4949-4A86-54A7-9BFA4D19E85D}"/>
          </ac:picMkLst>
        </pc:picChg>
        <pc:picChg chg="add mod">
          <ac:chgData name="ENG23AM1001 AMAR H M" userId="1b62c5d7accce612" providerId="LiveId" clId="{424FD0AF-3276-4E21-AE94-4B74DDD25169}" dt="2025-12-03T06:43:41.529" v="251"/>
          <ac:picMkLst>
            <pc:docMk/>
            <pc:sldMk cId="3460109636" sldId="259"/>
            <ac:picMk id="7" creationId="{69C81445-2664-DA5E-03D4-7D74B997EB1E}"/>
          </ac:picMkLst>
        </pc:picChg>
        <pc:picChg chg="add mod">
          <ac:chgData name="ENG23AM1001 AMAR H M" userId="1b62c5d7accce612" providerId="LiveId" clId="{424FD0AF-3276-4E21-AE94-4B74DDD25169}" dt="2025-12-03T06:43:41.529" v="251"/>
          <ac:picMkLst>
            <pc:docMk/>
            <pc:sldMk cId="3460109636" sldId="259"/>
            <ac:picMk id="8" creationId="{8108F644-E858-0FE6-0E95-C47FB29F184D}"/>
          </ac:picMkLst>
        </pc:picChg>
      </pc:sldChg>
      <pc:sldChg chg="addSp modSp new mod">
        <pc:chgData name="ENG23AM1001 AMAR H M" userId="1b62c5d7accce612" providerId="LiveId" clId="{424FD0AF-3276-4E21-AE94-4B74DDD25169}" dt="2025-12-03T06:53:20.762" v="342" actId="1076"/>
        <pc:sldMkLst>
          <pc:docMk/>
          <pc:sldMk cId="646061463" sldId="260"/>
        </pc:sldMkLst>
        <pc:spChg chg="mod">
          <ac:chgData name="ENG23AM1001 AMAR H M" userId="1b62c5d7accce612" providerId="LiveId" clId="{424FD0AF-3276-4E21-AE94-4B74DDD25169}" dt="2025-12-03T06:53:20.762" v="342" actId="1076"/>
          <ac:spMkLst>
            <pc:docMk/>
            <pc:sldMk cId="646061463" sldId="260"/>
            <ac:spMk id="2" creationId="{E624547A-6E65-EC0B-FC37-DA795EDBC1C3}"/>
          </ac:spMkLst>
        </pc:spChg>
        <pc:spChg chg="mod">
          <ac:chgData name="ENG23AM1001 AMAR H M" userId="1b62c5d7accce612" providerId="LiveId" clId="{424FD0AF-3276-4E21-AE94-4B74DDD25169}" dt="2025-12-03T06:53:07.071" v="340" actId="1076"/>
          <ac:spMkLst>
            <pc:docMk/>
            <pc:sldMk cId="646061463" sldId="260"/>
            <ac:spMk id="3" creationId="{4BCEDEA4-1109-7A78-2A7B-EA57EBF3B50A}"/>
          </ac:spMkLst>
        </pc:spChg>
        <pc:picChg chg="add mod">
          <ac:chgData name="ENG23AM1001 AMAR H M" userId="1b62c5d7accce612" providerId="LiveId" clId="{424FD0AF-3276-4E21-AE94-4B74DDD25169}" dt="2025-12-03T06:47:01.100" v="275"/>
          <ac:picMkLst>
            <pc:docMk/>
            <pc:sldMk cId="646061463" sldId="260"/>
            <ac:picMk id="4" creationId="{F40A58C8-2F66-8041-EDD3-DAD4C384470B}"/>
          </ac:picMkLst>
        </pc:picChg>
        <pc:picChg chg="add mod">
          <ac:chgData name="ENG23AM1001 AMAR H M" userId="1b62c5d7accce612" providerId="LiveId" clId="{424FD0AF-3276-4E21-AE94-4B74DDD25169}" dt="2025-12-03T06:47:01.100" v="275"/>
          <ac:picMkLst>
            <pc:docMk/>
            <pc:sldMk cId="646061463" sldId="260"/>
            <ac:picMk id="5" creationId="{6BBFF84C-F499-E9CB-0281-4FFA90A0201C}"/>
          </ac:picMkLst>
        </pc:picChg>
        <pc:picChg chg="add mod">
          <ac:chgData name="ENG23AM1001 AMAR H M" userId="1b62c5d7accce612" providerId="LiveId" clId="{424FD0AF-3276-4E21-AE94-4B74DDD25169}" dt="2025-12-03T06:47:01.100" v="275"/>
          <ac:picMkLst>
            <pc:docMk/>
            <pc:sldMk cId="646061463" sldId="260"/>
            <ac:picMk id="6" creationId="{36A83A35-18A0-5F73-E000-2AB75CC32F3B}"/>
          </ac:picMkLst>
        </pc:picChg>
      </pc:sldChg>
      <pc:sldChg chg="addSp modSp new mod">
        <pc:chgData name="ENG23AM1001 AMAR H M" userId="1b62c5d7accce612" providerId="LiveId" clId="{424FD0AF-3276-4E21-AE94-4B74DDD25169}" dt="2025-12-03T06:52:48.953" v="339" actId="20577"/>
        <pc:sldMkLst>
          <pc:docMk/>
          <pc:sldMk cId="2660072090" sldId="261"/>
        </pc:sldMkLst>
        <pc:spChg chg="mod">
          <ac:chgData name="ENG23AM1001 AMAR H M" userId="1b62c5d7accce612" providerId="LiveId" clId="{424FD0AF-3276-4E21-AE94-4B74DDD25169}" dt="2025-12-03T06:49:56.620" v="300" actId="1076"/>
          <ac:spMkLst>
            <pc:docMk/>
            <pc:sldMk cId="2660072090" sldId="261"/>
            <ac:spMk id="2" creationId="{15510984-9CA0-83DE-AA14-40E92FF59B9D}"/>
          </ac:spMkLst>
        </pc:spChg>
        <pc:spChg chg="mod">
          <ac:chgData name="ENG23AM1001 AMAR H M" userId="1b62c5d7accce612" providerId="LiveId" clId="{424FD0AF-3276-4E21-AE94-4B74DDD25169}" dt="2025-12-03T06:52:48.953" v="339" actId="20577"/>
          <ac:spMkLst>
            <pc:docMk/>
            <pc:sldMk cId="2660072090" sldId="261"/>
            <ac:spMk id="3" creationId="{661CCA8F-8DFB-DBC7-3446-7AAF2D6A5111}"/>
          </ac:spMkLst>
        </pc:spChg>
        <pc:picChg chg="add mod">
          <ac:chgData name="ENG23AM1001 AMAR H M" userId="1b62c5d7accce612" providerId="LiveId" clId="{424FD0AF-3276-4E21-AE94-4B74DDD25169}" dt="2025-12-03T06:49:24.761" v="297"/>
          <ac:picMkLst>
            <pc:docMk/>
            <pc:sldMk cId="2660072090" sldId="261"/>
            <ac:picMk id="4" creationId="{3925A231-C638-E6A5-EA14-5919D259B055}"/>
          </ac:picMkLst>
        </pc:picChg>
        <pc:picChg chg="add mod">
          <ac:chgData name="ENG23AM1001 AMAR H M" userId="1b62c5d7accce612" providerId="LiveId" clId="{424FD0AF-3276-4E21-AE94-4B74DDD25169}" dt="2025-12-03T06:49:24.761" v="297"/>
          <ac:picMkLst>
            <pc:docMk/>
            <pc:sldMk cId="2660072090" sldId="261"/>
            <ac:picMk id="5" creationId="{C0B6E5EB-4F77-EC13-5789-C7DE5351DE67}"/>
          </ac:picMkLst>
        </pc:picChg>
        <pc:picChg chg="add mod">
          <ac:chgData name="ENG23AM1001 AMAR H M" userId="1b62c5d7accce612" providerId="LiveId" clId="{424FD0AF-3276-4E21-AE94-4B74DDD25169}" dt="2025-12-03T06:49:24.761" v="297"/>
          <ac:picMkLst>
            <pc:docMk/>
            <pc:sldMk cId="2660072090" sldId="261"/>
            <ac:picMk id="6" creationId="{3D82501D-AB39-9F2A-265B-4040BDEB4988}"/>
          </ac:picMkLst>
        </pc:picChg>
      </pc:sldChg>
      <pc:sldChg chg="addSp delSp modSp new mod">
        <pc:chgData name="ENG23AM1001 AMAR H M" userId="1b62c5d7accce612" providerId="LiveId" clId="{424FD0AF-3276-4E21-AE94-4B74DDD25169}" dt="2025-12-03T13:33:40.401" v="661" actId="20577"/>
        <pc:sldMkLst>
          <pc:docMk/>
          <pc:sldMk cId="2320683066" sldId="262"/>
        </pc:sldMkLst>
        <pc:spChg chg="add del mod">
          <ac:chgData name="ENG23AM1001 AMAR H M" userId="1b62c5d7accce612" providerId="LiveId" clId="{424FD0AF-3276-4E21-AE94-4B74DDD25169}" dt="2025-12-03T13:33:40.401" v="661" actId="20577"/>
          <ac:spMkLst>
            <pc:docMk/>
            <pc:sldMk cId="2320683066" sldId="262"/>
            <ac:spMk id="2" creationId="{72DEFDFE-7289-63D8-6C55-1967D26E8018}"/>
          </ac:spMkLst>
        </pc:spChg>
        <pc:spChg chg="mod">
          <ac:chgData name="ENG23AM1001 AMAR H M" userId="1b62c5d7accce612" providerId="LiveId" clId="{424FD0AF-3276-4E21-AE94-4B74DDD25169}" dt="2025-12-03T13:33:36.778" v="659" actId="1076"/>
          <ac:spMkLst>
            <pc:docMk/>
            <pc:sldMk cId="2320683066" sldId="262"/>
            <ac:spMk id="3" creationId="{2D5EAF09-FABD-26ED-9375-E480ABD3AD42}"/>
          </ac:spMkLst>
        </pc:spChg>
        <pc:picChg chg="add mod">
          <ac:chgData name="ENG23AM1001 AMAR H M" userId="1b62c5d7accce612" providerId="LiveId" clId="{424FD0AF-3276-4E21-AE94-4B74DDD25169}" dt="2025-12-03T07:00:56.740" v="343"/>
          <ac:picMkLst>
            <pc:docMk/>
            <pc:sldMk cId="2320683066" sldId="262"/>
            <ac:picMk id="4" creationId="{2DFBD2D7-0327-CD8C-22E5-3E57C97AB76E}"/>
          </ac:picMkLst>
        </pc:picChg>
        <pc:picChg chg="add mod">
          <ac:chgData name="ENG23AM1001 AMAR H M" userId="1b62c5d7accce612" providerId="LiveId" clId="{424FD0AF-3276-4E21-AE94-4B74DDD25169}" dt="2025-12-03T07:00:56.740" v="343"/>
          <ac:picMkLst>
            <pc:docMk/>
            <pc:sldMk cId="2320683066" sldId="262"/>
            <ac:picMk id="5" creationId="{BE317FA4-BED8-242A-ACA6-B4DEC7441B56}"/>
          </ac:picMkLst>
        </pc:picChg>
        <pc:picChg chg="add mod">
          <ac:chgData name="ENG23AM1001 AMAR H M" userId="1b62c5d7accce612" providerId="LiveId" clId="{424FD0AF-3276-4E21-AE94-4B74DDD25169}" dt="2025-12-03T07:00:56.740" v="343"/>
          <ac:picMkLst>
            <pc:docMk/>
            <pc:sldMk cId="2320683066" sldId="262"/>
            <ac:picMk id="6" creationId="{9B971CC0-E898-9F28-14FC-DDD74BDF09AD}"/>
          </ac:picMkLst>
        </pc:picChg>
      </pc:sldChg>
      <pc:sldChg chg="addSp delSp modSp new mod">
        <pc:chgData name="ENG23AM1001 AMAR H M" userId="1b62c5d7accce612" providerId="LiveId" clId="{424FD0AF-3276-4E21-AE94-4B74DDD25169}" dt="2025-12-03T07:08:12.030" v="370" actId="1076"/>
        <pc:sldMkLst>
          <pc:docMk/>
          <pc:sldMk cId="3075389324" sldId="263"/>
        </pc:sldMkLst>
        <pc:spChg chg="mod">
          <ac:chgData name="ENG23AM1001 AMAR H M" userId="1b62c5d7accce612" providerId="LiveId" clId="{424FD0AF-3276-4E21-AE94-4B74DDD25169}" dt="2025-12-03T07:07:49.422" v="365" actId="113"/>
          <ac:spMkLst>
            <pc:docMk/>
            <pc:sldMk cId="3075389324" sldId="263"/>
            <ac:spMk id="2" creationId="{034A085F-2AE0-B721-EC79-055424BD82F8}"/>
          </ac:spMkLst>
        </pc:spChg>
        <pc:spChg chg="del mod">
          <ac:chgData name="ENG23AM1001 AMAR H M" userId="1b62c5d7accce612" providerId="LiveId" clId="{424FD0AF-3276-4E21-AE94-4B74DDD25169}" dt="2025-12-03T07:06:44.922" v="353"/>
          <ac:spMkLst>
            <pc:docMk/>
            <pc:sldMk cId="3075389324" sldId="263"/>
            <ac:spMk id="3" creationId="{D1187FE8-DF2B-BADF-CCDB-D60A1F6B7E82}"/>
          </ac:spMkLst>
        </pc:spChg>
        <pc:spChg chg="add mod">
          <ac:chgData name="ENG23AM1001 AMAR H M" userId="1b62c5d7accce612" providerId="LiveId" clId="{424FD0AF-3276-4E21-AE94-4B74DDD25169}" dt="2025-12-03T07:08:12.030" v="370" actId="1076"/>
          <ac:spMkLst>
            <pc:docMk/>
            <pc:sldMk cId="3075389324" sldId="263"/>
            <ac:spMk id="4" creationId="{B04DFA21-BD8A-B410-6804-5897B244FE99}"/>
          </ac:spMkLst>
        </pc:spChg>
        <pc:picChg chg="add mod">
          <ac:chgData name="ENG23AM1001 AMAR H M" userId="1b62c5d7accce612" providerId="LiveId" clId="{424FD0AF-3276-4E21-AE94-4B74DDD25169}" dt="2025-12-03T07:07:40.414" v="362"/>
          <ac:picMkLst>
            <pc:docMk/>
            <pc:sldMk cId="3075389324" sldId="263"/>
            <ac:picMk id="5" creationId="{DE878D48-9009-90E6-9689-B87D1A587AA8}"/>
          </ac:picMkLst>
        </pc:picChg>
        <pc:picChg chg="add mod">
          <ac:chgData name="ENG23AM1001 AMAR H M" userId="1b62c5d7accce612" providerId="LiveId" clId="{424FD0AF-3276-4E21-AE94-4B74DDD25169}" dt="2025-12-03T07:07:40.414" v="362"/>
          <ac:picMkLst>
            <pc:docMk/>
            <pc:sldMk cId="3075389324" sldId="263"/>
            <ac:picMk id="6" creationId="{023A9027-3E6A-5E19-A577-99A0E54D1424}"/>
          </ac:picMkLst>
        </pc:picChg>
        <pc:picChg chg="add mod">
          <ac:chgData name="ENG23AM1001 AMAR H M" userId="1b62c5d7accce612" providerId="LiveId" clId="{424FD0AF-3276-4E21-AE94-4B74DDD25169}" dt="2025-12-03T07:07:40.414" v="362"/>
          <ac:picMkLst>
            <pc:docMk/>
            <pc:sldMk cId="3075389324" sldId="263"/>
            <ac:picMk id="7" creationId="{326C192C-10B9-5E50-0D27-596865B46AB4}"/>
          </ac:picMkLst>
        </pc:picChg>
      </pc:sldChg>
      <pc:sldChg chg="addSp delSp modSp new mod ord">
        <pc:chgData name="ENG23AM1001 AMAR H M" userId="1b62c5d7accce612" providerId="LiveId" clId="{424FD0AF-3276-4E21-AE94-4B74DDD25169}" dt="2025-12-03T07:19:45.947" v="479"/>
        <pc:sldMkLst>
          <pc:docMk/>
          <pc:sldMk cId="3560064468" sldId="264"/>
        </pc:sldMkLst>
        <pc:spChg chg="mod">
          <ac:chgData name="ENG23AM1001 AMAR H M" userId="1b62c5d7accce612" providerId="LiveId" clId="{424FD0AF-3276-4E21-AE94-4B74DDD25169}" dt="2025-12-03T07:14:00.686" v="409" actId="1076"/>
          <ac:spMkLst>
            <pc:docMk/>
            <pc:sldMk cId="3560064468" sldId="264"/>
            <ac:spMk id="2" creationId="{713F6C8A-7823-BEFD-8793-991113A61B94}"/>
          </ac:spMkLst>
        </pc:spChg>
        <pc:spChg chg="del mod">
          <ac:chgData name="ENG23AM1001 AMAR H M" userId="1b62c5d7accce612" providerId="LiveId" clId="{424FD0AF-3276-4E21-AE94-4B74DDD25169}" dt="2025-12-03T07:10:31.708" v="376"/>
          <ac:spMkLst>
            <pc:docMk/>
            <pc:sldMk cId="3560064468" sldId="264"/>
            <ac:spMk id="3" creationId="{6DA1214F-BC9C-859F-C6D4-DA000AD62593}"/>
          </ac:spMkLst>
        </pc:spChg>
        <pc:spChg chg="add mod">
          <ac:chgData name="ENG23AM1001 AMAR H M" userId="1b62c5d7accce612" providerId="LiveId" clId="{424FD0AF-3276-4E21-AE94-4B74DDD25169}" dt="2025-12-03T07:17:19.082" v="451" actId="1076"/>
          <ac:spMkLst>
            <pc:docMk/>
            <pc:sldMk cId="3560064468" sldId="264"/>
            <ac:spMk id="4" creationId="{268836E6-4200-6870-1E1A-4B85A8862ABC}"/>
          </ac:spMkLst>
        </pc:spChg>
        <pc:picChg chg="add mod">
          <ac:chgData name="ENG23AM1001 AMAR H M" userId="1b62c5d7accce612" providerId="LiveId" clId="{424FD0AF-3276-4E21-AE94-4B74DDD25169}" dt="2025-12-03T07:11:07.848" v="385"/>
          <ac:picMkLst>
            <pc:docMk/>
            <pc:sldMk cId="3560064468" sldId="264"/>
            <ac:picMk id="5" creationId="{08466920-A536-8CBA-C3F1-C6807E39311B}"/>
          </ac:picMkLst>
        </pc:picChg>
        <pc:picChg chg="add mod">
          <ac:chgData name="ENG23AM1001 AMAR H M" userId="1b62c5d7accce612" providerId="LiveId" clId="{424FD0AF-3276-4E21-AE94-4B74DDD25169}" dt="2025-12-03T07:11:07.848" v="385"/>
          <ac:picMkLst>
            <pc:docMk/>
            <pc:sldMk cId="3560064468" sldId="264"/>
            <ac:picMk id="6" creationId="{12516EBE-B24D-7444-2FBB-1C859DC00C72}"/>
          </ac:picMkLst>
        </pc:picChg>
        <pc:picChg chg="add mod">
          <ac:chgData name="ENG23AM1001 AMAR H M" userId="1b62c5d7accce612" providerId="LiveId" clId="{424FD0AF-3276-4E21-AE94-4B74DDD25169}" dt="2025-12-03T07:11:07.848" v="385"/>
          <ac:picMkLst>
            <pc:docMk/>
            <pc:sldMk cId="3560064468" sldId="264"/>
            <ac:picMk id="7" creationId="{A4F2A02A-D29F-EC54-44DA-C40E183AA4F9}"/>
          </ac:picMkLst>
        </pc:picChg>
      </pc:sldChg>
      <pc:sldChg chg="addSp delSp modSp new mod">
        <pc:chgData name="ENG23AM1001 AMAR H M" userId="1b62c5d7accce612" providerId="LiveId" clId="{424FD0AF-3276-4E21-AE94-4B74DDD25169}" dt="2025-12-03T07:19:08.288" v="475" actId="1076"/>
        <pc:sldMkLst>
          <pc:docMk/>
          <pc:sldMk cId="1437840921" sldId="265"/>
        </pc:sldMkLst>
        <pc:spChg chg="mod">
          <ac:chgData name="ENG23AM1001 AMAR H M" userId="1b62c5d7accce612" providerId="LiveId" clId="{424FD0AF-3276-4E21-AE94-4B74DDD25169}" dt="2025-12-03T07:18:51.513" v="472" actId="1076"/>
          <ac:spMkLst>
            <pc:docMk/>
            <pc:sldMk cId="1437840921" sldId="265"/>
            <ac:spMk id="2" creationId="{F6B473C7-40E5-59E6-14DA-0E2A4AF0992D}"/>
          </ac:spMkLst>
        </pc:spChg>
        <pc:spChg chg="del mod">
          <ac:chgData name="ENG23AM1001 AMAR H M" userId="1b62c5d7accce612" providerId="LiveId" clId="{424FD0AF-3276-4E21-AE94-4B74DDD25169}" dt="2025-12-03T07:12:22.600" v="389"/>
          <ac:spMkLst>
            <pc:docMk/>
            <pc:sldMk cId="1437840921" sldId="265"/>
            <ac:spMk id="3" creationId="{14416916-815D-A968-57FF-3F9ABB863403}"/>
          </ac:spMkLst>
        </pc:spChg>
        <pc:spChg chg="add mod">
          <ac:chgData name="ENG23AM1001 AMAR H M" userId="1b62c5d7accce612" providerId="LiveId" clId="{424FD0AF-3276-4E21-AE94-4B74DDD25169}" dt="2025-12-03T07:19:08.288" v="475" actId="1076"/>
          <ac:spMkLst>
            <pc:docMk/>
            <pc:sldMk cId="1437840921" sldId="265"/>
            <ac:spMk id="4" creationId="{C3F57B64-65D7-AB9D-652A-2CB4B0006259}"/>
          </ac:spMkLst>
        </pc:spChg>
        <pc:picChg chg="add mod">
          <ac:chgData name="ENG23AM1001 AMAR H M" userId="1b62c5d7accce612" providerId="LiveId" clId="{424FD0AF-3276-4E21-AE94-4B74DDD25169}" dt="2025-12-03T07:14:05.888" v="410"/>
          <ac:picMkLst>
            <pc:docMk/>
            <pc:sldMk cId="1437840921" sldId="265"/>
            <ac:picMk id="5" creationId="{C9BDEEE7-8A4A-F9A1-04F7-F1ADFE81B07F}"/>
          </ac:picMkLst>
        </pc:picChg>
        <pc:picChg chg="add mod">
          <ac:chgData name="ENG23AM1001 AMAR H M" userId="1b62c5d7accce612" providerId="LiveId" clId="{424FD0AF-3276-4E21-AE94-4B74DDD25169}" dt="2025-12-03T07:14:05.888" v="410"/>
          <ac:picMkLst>
            <pc:docMk/>
            <pc:sldMk cId="1437840921" sldId="265"/>
            <ac:picMk id="6" creationId="{A1E5F052-23F2-C35D-4CF9-BD6AD9AD2AA3}"/>
          </ac:picMkLst>
        </pc:picChg>
        <pc:picChg chg="add mod">
          <ac:chgData name="ENG23AM1001 AMAR H M" userId="1b62c5d7accce612" providerId="LiveId" clId="{424FD0AF-3276-4E21-AE94-4B74DDD25169}" dt="2025-12-03T07:14:05.888" v="410"/>
          <ac:picMkLst>
            <pc:docMk/>
            <pc:sldMk cId="1437840921" sldId="265"/>
            <ac:picMk id="7" creationId="{4C8AD1CF-81EA-CF52-C209-9D6A914AA952}"/>
          </ac:picMkLst>
        </pc:picChg>
      </pc:sldChg>
      <pc:sldChg chg="addSp modSp new mod">
        <pc:chgData name="ENG23AM1001 AMAR H M" userId="1b62c5d7accce612" providerId="LiveId" clId="{424FD0AF-3276-4E21-AE94-4B74DDD25169}" dt="2025-12-03T07:16:43.452" v="450" actId="1076"/>
        <pc:sldMkLst>
          <pc:docMk/>
          <pc:sldMk cId="1956579803" sldId="266"/>
        </pc:sldMkLst>
        <pc:spChg chg="mod">
          <ac:chgData name="ENG23AM1001 AMAR H M" userId="1b62c5d7accce612" providerId="LiveId" clId="{424FD0AF-3276-4E21-AE94-4B74DDD25169}" dt="2025-12-03T07:16:40.536" v="449" actId="1076"/>
          <ac:spMkLst>
            <pc:docMk/>
            <pc:sldMk cId="1956579803" sldId="266"/>
            <ac:spMk id="2" creationId="{CF312005-F0FD-72CF-8701-675A5D54DD26}"/>
          </ac:spMkLst>
        </pc:spChg>
        <pc:spChg chg="mod">
          <ac:chgData name="ENG23AM1001 AMAR H M" userId="1b62c5d7accce612" providerId="LiveId" clId="{424FD0AF-3276-4E21-AE94-4B74DDD25169}" dt="2025-12-03T07:16:43.452" v="450" actId="1076"/>
          <ac:spMkLst>
            <pc:docMk/>
            <pc:sldMk cId="1956579803" sldId="266"/>
            <ac:spMk id="3" creationId="{BEA2880A-CF8E-F101-EC7B-2701C0A9FA82}"/>
          </ac:spMkLst>
        </pc:spChg>
        <pc:picChg chg="add mod">
          <ac:chgData name="ENG23AM1001 AMAR H M" userId="1b62c5d7accce612" providerId="LiveId" clId="{424FD0AF-3276-4E21-AE94-4B74DDD25169}" dt="2025-12-03T07:16:08.420" v="435"/>
          <ac:picMkLst>
            <pc:docMk/>
            <pc:sldMk cId="1956579803" sldId="266"/>
            <ac:picMk id="4" creationId="{1ED93A8B-18AA-0DDB-802F-DC7803B322E3}"/>
          </ac:picMkLst>
        </pc:picChg>
        <pc:picChg chg="add mod">
          <ac:chgData name="ENG23AM1001 AMAR H M" userId="1b62c5d7accce612" providerId="LiveId" clId="{424FD0AF-3276-4E21-AE94-4B74DDD25169}" dt="2025-12-03T07:16:08.420" v="435"/>
          <ac:picMkLst>
            <pc:docMk/>
            <pc:sldMk cId="1956579803" sldId="266"/>
            <ac:picMk id="5" creationId="{243E5D00-548C-DD1C-17EC-7E7F7E64E3AC}"/>
          </ac:picMkLst>
        </pc:picChg>
        <pc:picChg chg="add mod">
          <ac:chgData name="ENG23AM1001 AMAR H M" userId="1b62c5d7accce612" providerId="LiveId" clId="{424FD0AF-3276-4E21-AE94-4B74DDD25169}" dt="2025-12-03T07:16:08.420" v="435"/>
          <ac:picMkLst>
            <pc:docMk/>
            <pc:sldMk cId="1956579803" sldId="266"/>
            <ac:picMk id="6" creationId="{ADD9AD9A-6A98-7DC7-F9AB-B2136893FC42}"/>
          </ac:picMkLst>
        </pc:picChg>
      </pc:sldChg>
      <pc:sldChg chg="addSp delSp modSp new mod">
        <pc:chgData name="ENG23AM1001 AMAR H M" userId="1b62c5d7accce612" providerId="LiveId" clId="{424FD0AF-3276-4E21-AE94-4B74DDD25169}" dt="2025-12-03T07:26:40.739" v="512" actId="14100"/>
        <pc:sldMkLst>
          <pc:docMk/>
          <pc:sldMk cId="1700945983" sldId="267"/>
        </pc:sldMkLst>
        <pc:spChg chg="mod">
          <ac:chgData name="ENG23AM1001 AMAR H M" userId="1b62c5d7accce612" providerId="LiveId" clId="{424FD0AF-3276-4E21-AE94-4B74DDD25169}" dt="2025-12-03T07:26:35.916" v="510" actId="1076"/>
          <ac:spMkLst>
            <pc:docMk/>
            <pc:sldMk cId="1700945983" sldId="267"/>
            <ac:spMk id="2" creationId="{34A70149-B0A0-6298-25F8-AA0C18408922}"/>
          </ac:spMkLst>
        </pc:spChg>
        <pc:spChg chg="del mod">
          <ac:chgData name="ENG23AM1001 AMAR H M" userId="1b62c5d7accce612" providerId="LiveId" clId="{424FD0AF-3276-4E21-AE94-4B74DDD25169}" dt="2025-12-03T07:22:54.667" v="483"/>
          <ac:spMkLst>
            <pc:docMk/>
            <pc:sldMk cId="1700945983" sldId="267"/>
            <ac:spMk id="3" creationId="{9C66E815-0094-7BE2-EDFD-8EE1D09BC08A}"/>
          </ac:spMkLst>
        </pc:spChg>
        <pc:spChg chg="add mod">
          <ac:chgData name="ENG23AM1001 AMAR H M" userId="1b62c5d7accce612" providerId="LiveId" clId="{424FD0AF-3276-4E21-AE94-4B74DDD25169}" dt="2025-12-03T07:26:40.739" v="512" actId="14100"/>
          <ac:spMkLst>
            <pc:docMk/>
            <pc:sldMk cId="1700945983" sldId="267"/>
            <ac:spMk id="7" creationId="{6F076C0D-2F4C-C9A2-4237-782807954BFA}"/>
          </ac:spMkLst>
        </pc:spChg>
        <pc:picChg chg="add mod">
          <ac:chgData name="ENG23AM1001 AMAR H M" userId="1b62c5d7accce612" providerId="LiveId" clId="{424FD0AF-3276-4E21-AE94-4B74DDD25169}" dt="2025-12-03T07:19:30.827" v="477"/>
          <ac:picMkLst>
            <pc:docMk/>
            <pc:sldMk cId="1700945983" sldId="267"/>
            <ac:picMk id="4" creationId="{473C0CB2-10E7-CF1C-357A-5229B2F88757}"/>
          </ac:picMkLst>
        </pc:picChg>
        <pc:picChg chg="add mod">
          <ac:chgData name="ENG23AM1001 AMAR H M" userId="1b62c5d7accce612" providerId="LiveId" clId="{424FD0AF-3276-4E21-AE94-4B74DDD25169}" dt="2025-12-03T07:19:30.827" v="477"/>
          <ac:picMkLst>
            <pc:docMk/>
            <pc:sldMk cId="1700945983" sldId="267"/>
            <ac:picMk id="5" creationId="{8E1758B1-6243-6237-1639-0A1B3DED90B6}"/>
          </ac:picMkLst>
        </pc:picChg>
        <pc:picChg chg="add mod">
          <ac:chgData name="ENG23AM1001 AMAR H M" userId="1b62c5d7accce612" providerId="LiveId" clId="{424FD0AF-3276-4E21-AE94-4B74DDD25169}" dt="2025-12-03T07:19:30.827" v="477"/>
          <ac:picMkLst>
            <pc:docMk/>
            <pc:sldMk cId="1700945983" sldId="267"/>
            <ac:picMk id="6" creationId="{069E0C72-EEDC-F420-84F6-B4E7DDFBB484}"/>
          </ac:picMkLst>
        </pc:picChg>
      </pc:sldChg>
      <pc:sldChg chg="addSp delSp modSp new mod">
        <pc:chgData name="ENG23AM1001 AMAR H M" userId="1b62c5d7accce612" providerId="LiveId" clId="{424FD0AF-3276-4E21-AE94-4B74DDD25169}" dt="2025-12-03T07:31:37.137" v="540" actId="1076"/>
        <pc:sldMkLst>
          <pc:docMk/>
          <pc:sldMk cId="3968208399" sldId="268"/>
        </pc:sldMkLst>
        <pc:spChg chg="mod">
          <ac:chgData name="ENG23AM1001 AMAR H M" userId="1b62c5d7accce612" providerId="LiveId" clId="{424FD0AF-3276-4E21-AE94-4B74DDD25169}" dt="2025-12-03T07:31:33.483" v="539" actId="1076"/>
          <ac:spMkLst>
            <pc:docMk/>
            <pc:sldMk cId="3968208399" sldId="268"/>
            <ac:spMk id="2" creationId="{2162C458-33AE-A450-203E-F7619F9E7E10}"/>
          </ac:spMkLst>
        </pc:spChg>
        <pc:spChg chg="del">
          <ac:chgData name="ENG23AM1001 AMAR H M" userId="1b62c5d7accce612" providerId="LiveId" clId="{424FD0AF-3276-4E21-AE94-4B74DDD25169}" dt="2025-12-03T07:29:03.310" v="517"/>
          <ac:spMkLst>
            <pc:docMk/>
            <pc:sldMk cId="3968208399" sldId="268"/>
            <ac:spMk id="3" creationId="{83781249-FDCB-5661-A3FB-9281CBFBF0E6}"/>
          </ac:spMkLst>
        </pc:spChg>
        <pc:spChg chg="add mod">
          <ac:chgData name="ENG23AM1001 AMAR H M" userId="1b62c5d7accce612" providerId="LiveId" clId="{424FD0AF-3276-4E21-AE94-4B74DDD25169}" dt="2025-12-03T07:31:37.137" v="540" actId="1076"/>
          <ac:spMkLst>
            <pc:docMk/>
            <pc:sldMk cId="3968208399" sldId="268"/>
            <ac:spMk id="4" creationId="{F578DEE8-D5E5-A7AF-D4C9-2FFA57B3B93A}"/>
          </ac:spMkLst>
        </pc:spChg>
        <pc:picChg chg="add mod">
          <ac:chgData name="ENG23AM1001 AMAR H M" userId="1b62c5d7accce612" providerId="LiveId" clId="{424FD0AF-3276-4E21-AE94-4B74DDD25169}" dt="2025-12-03T07:31:28.107" v="538"/>
          <ac:picMkLst>
            <pc:docMk/>
            <pc:sldMk cId="3968208399" sldId="268"/>
            <ac:picMk id="5" creationId="{8AC90A6B-9553-58FC-99F4-780ADEA1C07B}"/>
          </ac:picMkLst>
        </pc:picChg>
        <pc:picChg chg="add mod">
          <ac:chgData name="ENG23AM1001 AMAR H M" userId="1b62c5d7accce612" providerId="LiveId" clId="{424FD0AF-3276-4E21-AE94-4B74DDD25169}" dt="2025-12-03T07:31:28.107" v="538"/>
          <ac:picMkLst>
            <pc:docMk/>
            <pc:sldMk cId="3968208399" sldId="268"/>
            <ac:picMk id="6" creationId="{24C3DC78-994C-61E2-E99F-A906FD2EA0DF}"/>
          </ac:picMkLst>
        </pc:picChg>
        <pc:picChg chg="add mod">
          <ac:chgData name="ENG23AM1001 AMAR H M" userId="1b62c5d7accce612" providerId="LiveId" clId="{424FD0AF-3276-4E21-AE94-4B74DDD25169}" dt="2025-12-03T07:31:28.107" v="538"/>
          <ac:picMkLst>
            <pc:docMk/>
            <pc:sldMk cId="3968208399" sldId="268"/>
            <ac:picMk id="7" creationId="{1F1FFE1E-2F23-DF35-70FC-345E29E43C0D}"/>
          </ac:picMkLst>
        </pc:picChg>
      </pc:sldChg>
      <pc:sldChg chg="addSp delSp modSp new mod ord">
        <pc:chgData name="ENG23AM1001 AMAR H M" userId="1b62c5d7accce612" providerId="LiveId" clId="{424FD0AF-3276-4E21-AE94-4B74DDD25169}" dt="2025-12-03T07:39:48.210" v="604" actId="14100"/>
        <pc:sldMkLst>
          <pc:docMk/>
          <pc:sldMk cId="3487087445" sldId="269"/>
        </pc:sldMkLst>
        <pc:spChg chg="del">
          <ac:chgData name="ENG23AM1001 AMAR H M" userId="1b62c5d7accce612" providerId="LiveId" clId="{424FD0AF-3276-4E21-AE94-4B74DDD25169}" dt="2025-12-03T07:34:13.599" v="554" actId="478"/>
          <ac:spMkLst>
            <pc:docMk/>
            <pc:sldMk cId="3487087445" sldId="269"/>
            <ac:spMk id="2" creationId="{2A8205CD-0E02-597E-564E-B8A80F1B40C2}"/>
          </ac:spMkLst>
        </pc:spChg>
        <pc:spChg chg="mod">
          <ac:chgData name="ENG23AM1001 AMAR H M" userId="1b62c5d7accce612" providerId="LiveId" clId="{424FD0AF-3276-4E21-AE94-4B74DDD25169}" dt="2025-12-03T07:39:48.210" v="604" actId="14100"/>
          <ac:spMkLst>
            <pc:docMk/>
            <pc:sldMk cId="3487087445" sldId="269"/>
            <ac:spMk id="3" creationId="{4042CB89-012F-6626-D20B-64F13E529C0B}"/>
          </ac:spMkLst>
        </pc:spChg>
        <pc:picChg chg="add mod">
          <ac:chgData name="ENG23AM1001 AMAR H M" userId="1b62c5d7accce612" providerId="LiveId" clId="{424FD0AF-3276-4E21-AE94-4B74DDD25169}" dt="2025-12-03T07:34:31.478" v="557"/>
          <ac:picMkLst>
            <pc:docMk/>
            <pc:sldMk cId="3487087445" sldId="269"/>
            <ac:picMk id="4" creationId="{62E7F062-397F-0B92-ABBF-651FB82333BA}"/>
          </ac:picMkLst>
        </pc:picChg>
        <pc:picChg chg="add mod">
          <ac:chgData name="ENG23AM1001 AMAR H M" userId="1b62c5d7accce612" providerId="LiveId" clId="{424FD0AF-3276-4E21-AE94-4B74DDD25169}" dt="2025-12-03T07:34:31.478" v="557"/>
          <ac:picMkLst>
            <pc:docMk/>
            <pc:sldMk cId="3487087445" sldId="269"/>
            <ac:picMk id="5" creationId="{83184613-7E33-E900-BC99-A869F5FEDFA9}"/>
          </ac:picMkLst>
        </pc:picChg>
        <pc:picChg chg="add mod">
          <ac:chgData name="ENG23AM1001 AMAR H M" userId="1b62c5d7accce612" providerId="LiveId" clId="{424FD0AF-3276-4E21-AE94-4B74DDD25169}" dt="2025-12-03T07:34:31.478" v="557"/>
          <ac:picMkLst>
            <pc:docMk/>
            <pc:sldMk cId="3487087445" sldId="269"/>
            <ac:picMk id="6" creationId="{B083AD76-18B7-B9C2-586E-B46AB90F42CD}"/>
          </ac:picMkLst>
        </pc:picChg>
      </pc:sldChg>
      <pc:sldChg chg="addSp delSp modSp new add del mod">
        <pc:chgData name="ENG23AM1001 AMAR H M" userId="1b62c5d7accce612" providerId="LiveId" clId="{424FD0AF-3276-4E21-AE94-4B74DDD25169}" dt="2025-12-03T13:31:15.157" v="624" actId="2696"/>
        <pc:sldMkLst>
          <pc:docMk/>
          <pc:sldMk cId="1480583099" sldId="270"/>
        </pc:sldMkLst>
        <pc:spChg chg="del mod">
          <ac:chgData name="ENG23AM1001 AMAR H M" userId="1b62c5d7accce612" providerId="LiveId" clId="{424FD0AF-3276-4E21-AE94-4B74DDD25169}" dt="2025-12-03T13:24:49.666" v="615" actId="478"/>
          <ac:spMkLst>
            <pc:docMk/>
            <pc:sldMk cId="1480583099" sldId="270"/>
            <ac:spMk id="2" creationId="{B681448B-9EA1-081D-BDAC-A07D9CB8A1A0}"/>
          </ac:spMkLst>
        </pc:spChg>
        <pc:spChg chg="del mod">
          <ac:chgData name="ENG23AM1001 AMAR H M" userId="1b62c5d7accce612" providerId="LiveId" clId="{424FD0AF-3276-4E21-AE94-4B74DDD25169}" dt="2025-12-03T13:24:47.061" v="614" actId="478"/>
          <ac:spMkLst>
            <pc:docMk/>
            <pc:sldMk cId="1480583099" sldId="270"/>
            <ac:spMk id="3" creationId="{C0EE11F0-7915-51D9-B35B-DA417865024E}"/>
          </ac:spMkLst>
        </pc:spChg>
        <pc:spChg chg="add mod">
          <ac:chgData name="ENG23AM1001 AMAR H M" userId="1b62c5d7accce612" providerId="LiveId" clId="{424FD0AF-3276-4E21-AE94-4B74DDD25169}" dt="2025-12-03T13:24:49.666" v="615" actId="478"/>
          <ac:spMkLst>
            <pc:docMk/>
            <pc:sldMk cId="1480583099" sldId="270"/>
            <ac:spMk id="5" creationId="{B4AEA851-A1ED-11DA-46DF-665952BDEC4B}"/>
          </ac:spMkLst>
        </pc:spChg>
      </pc:sldChg>
      <pc:sldChg chg="addSp delSp modSp new del mod">
        <pc:chgData name="ENG23AM1001 AMAR H M" userId="1b62c5d7accce612" providerId="LiveId" clId="{424FD0AF-3276-4E21-AE94-4B74DDD25169}" dt="2025-12-03T13:33:46.706" v="662" actId="2696"/>
        <pc:sldMkLst>
          <pc:docMk/>
          <pc:sldMk cId="3527356771" sldId="270"/>
        </pc:sldMkLst>
        <pc:spChg chg="mod">
          <ac:chgData name="ENG23AM1001 AMAR H M" userId="1b62c5d7accce612" providerId="LiveId" clId="{424FD0AF-3276-4E21-AE94-4B74DDD25169}" dt="2025-12-03T13:33:35.961" v="658" actId="1076"/>
          <ac:spMkLst>
            <pc:docMk/>
            <pc:sldMk cId="3527356771" sldId="270"/>
            <ac:spMk id="2" creationId="{9A3FFB61-CA32-7BA7-9FDA-737EC7C10DD0}"/>
          </ac:spMkLst>
        </pc:spChg>
        <pc:spChg chg="add del mod">
          <ac:chgData name="ENG23AM1001 AMAR H M" userId="1b62c5d7accce612" providerId="LiveId" clId="{424FD0AF-3276-4E21-AE94-4B74DDD25169}" dt="2025-12-03T13:33:35.609" v="657" actId="5793"/>
          <ac:spMkLst>
            <pc:docMk/>
            <pc:sldMk cId="3527356771" sldId="270"/>
            <ac:spMk id="3" creationId="{DDB4F12A-963D-831F-6C47-6059361848F8}"/>
          </ac:spMkLst>
        </pc:spChg>
        <pc:spChg chg="add del mod">
          <ac:chgData name="ENG23AM1001 AMAR H M" userId="1b62c5d7accce612" providerId="LiveId" clId="{424FD0AF-3276-4E21-AE94-4B74DDD25169}" dt="2025-12-03T13:33:31.772" v="646" actId="478"/>
          <ac:spMkLst>
            <pc:docMk/>
            <pc:sldMk cId="3527356771" sldId="270"/>
            <ac:spMk id="10" creationId="{F3007DE0-95D6-C847-A988-837E91CB11D1}"/>
          </ac:spMkLst>
        </pc:spChg>
        <pc:picChg chg="add mod">
          <ac:chgData name="ENG23AM1001 AMAR H M" userId="1b62c5d7accce612" providerId="LiveId" clId="{424FD0AF-3276-4E21-AE94-4B74DDD25169}" dt="2025-12-03T13:32:04.444" v="632"/>
          <ac:picMkLst>
            <pc:docMk/>
            <pc:sldMk cId="3527356771" sldId="270"/>
            <ac:picMk id="4" creationId="{022B5963-E1F8-1EB3-CE12-971F403E1FF4}"/>
          </ac:picMkLst>
        </pc:picChg>
        <pc:picChg chg="add mod">
          <ac:chgData name="ENG23AM1001 AMAR H M" userId="1b62c5d7accce612" providerId="LiveId" clId="{424FD0AF-3276-4E21-AE94-4B74DDD25169}" dt="2025-12-03T13:32:04.444" v="632"/>
          <ac:picMkLst>
            <pc:docMk/>
            <pc:sldMk cId="3527356771" sldId="270"/>
            <ac:picMk id="5" creationId="{FF5BDA37-F19B-CC64-392F-2952F282ABA0}"/>
          </ac:picMkLst>
        </pc:picChg>
        <pc:picChg chg="add mod">
          <ac:chgData name="ENG23AM1001 AMAR H M" userId="1b62c5d7accce612" providerId="LiveId" clId="{424FD0AF-3276-4E21-AE94-4B74DDD25169}" dt="2025-12-03T13:32:04.444" v="632"/>
          <ac:picMkLst>
            <pc:docMk/>
            <pc:sldMk cId="3527356771" sldId="270"/>
            <ac:picMk id="6" creationId="{C31B0424-2839-154E-CCB5-691D789A3B19}"/>
          </ac:picMkLst>
        </pc:picChg>
        <pc:picChg chg="add del mod">
          <ac:chgData name="ENG23AM1001 AMAR H M" userId="1b62c5d7accce612" providerId="LiveId" clId="{424FD0AF-3276-4E21-AE94-4B74DDD25169}" dt="2025-12-03T13:33:35.172" v="656"/>
          <ac:picMkLst>
            <pc:docMk/>
            <pc:sldMk cId="3527356771" sldId="270"/>
            <ac:picMk id="8" creationId="{283E4720-E3C9-2F18-D525-FD82F1261923}"/>
          </ac:picMkLst>
        </pc:picChg>
      </pc:sldChg>
      <pc:sldChg chg="addSp delSp modSp new mod">
        <pc:chgData name="ENG23AM1001 AMAR H M" userId="1b62c5d7accce612" providerId="LiveId" clId="{424FD0AF-3276-4E21-AE94-4B74DDD25169}" dt="2025-12-03T13:43:41.231" v="684" actId="14100"/>
        <pc:sldMkLst>
          <pc:docMk/>
          <pc:sldMk cId="3922800272" sldId="270"/>
        </pc:sldMkLst>
        <pc:spChg chg="del">
          <ac:chgData name="ENG23AM1001 AMAR H M" userId="1b62c5d7accce612" providerId="LiveId" clId="{424FD0AF-3276-4E21-AE94-4B74DDD25169}" dt="2025-12-03T13:33:58.407" v="665" actId="478"/>
          <ac:spMkLst>
            <pc:docMk/>
            <pc:sldMk cId="3922800272" sldId="270"/>
            <ac:spMk id="2" creationId="{F08D63A8-6AFC-EC74-1906-DE605AEA0277}"/>
          </ac:spMkLst>
        </pc:spChg>
        <pc:spChg chg="del">
          <ac:chgData name="ENG23AM1001 AMAR H M" userId="1b62c5d7accce612" providerId="LiveId" clId="{424FD0AF-3276-4E21-AE94-4B74DDD25169}" dt="2025-12-03T13:33:54.393" v="664"/>
          <ac:spMkLst>
            <pc:docMk/>
            <pc:sldMk cId="3922800272" sldId="270"/>
            <ac:spMk id="3" creationId="{D4CEF1EF-22FD-EFC7-D2EE-580F7C5DF3F0}"/>
          </ac:spMkLst>
        </pc:spChg>
        <pc:picChg chg="add mod">
          <ac:chgData name="ENG23AM1001 AMAR H M" userId="1b62c5d7accce612" providerId="LiveId" clId="{424FD0AF-3276-4E21-AE94-4B74DDD25169}" dt="2025-12-03T13:43:41.231" v="684" actId="14100"/>
          <ac:picMkLst>
            <pc:docMk/>
            <pc:sldMk cId="3922800272" sldId="270"/>
            <ac:picMk id="5" creationId="{40175D64-57EF-1392-4A64-ED76186EFDE0}"/>
          </ac:picMkLst>
        </pc:picChg>
        <pc:picChg chg="add mod">
          <ac:chgData name="ENG23AM1001 AMAR H M" userId="1b62c5d7accce612" providerId="LiveId" clId="{424FD0AF-3276-4E21-AE94-4B74DDD25169}" dt="2025-12-03T13:34:33.618" v="673"/>
          <ac:picMkLst>
            <pc:docMk/>
            <pc:sldMk cId="3922800272" sldId="270"/>
            <ac:picMk id="6" creationId="{71ACDEB0-C7A1-9477-07FF-0C41CDF08A1E}"/>
          </ac:picMkLst>
        </pc:picChg>
        <pc:picChg chg="add mod">
          <ac:chgData name="ENG23AM1001 AMAR H M" userId="1b62c5d7accce612" providerId="LiveId" clId="{424FD0AF-3276-4E21-AE94-4B74DDD25169}" dt="2025-12-03T13:34:33.618" v="673"/>
          <ac:picMkLst>
            <pc:docMk/>
            <pc:sldMk cId="3922800272" sldId="270"/>
            <ac:picMk id="7" creationId="{6E08BB33-9F6A-9F76-7E54-2CA8128CA7C6}"/>
          </ac:picMkLst>
        </pc:picChg>
        <pc:picChg chg="add mod">
          <ac:chgData name="ENG23AM1001 AMAR H M" userId="1b62c5d7accce612" providerId="LiveId" clId="{424FD0AF-3276-4E21-AE94-4B74DDD25169}" dt="2025-12-03T13:34:33.618" v="673"/>
          <ac:picMkLst>
            <pc:docMk/>
            <pc:sldMk cId="3922800272" sldId="270"/>
            <ac:picMk id="8" creationId="{048A4709-F73B-2490-D5C1-110C82D44DD2}"/>
          </ac:picMkLst>
        </pc:picChg>
        <pc:picChg chg="add mod">
          <ac:chgData name="ENG23AM1001 AMAR H M" userId="1b62c5d7accce612" providerId="LiveId" clId="{424FD0AF-3276-4E21-AE94-4B74DDD25169}" dt="2025-12-03T13:43:37.352" v="683" actId="1076"/>
          <ac:picMkLst>
            <pc:docMk/>
            <pc:sldMk cId="3922800272" sldId="270"/>
            <ac:picMk id="10" creationId="{5A89F064-012C-B1EA-C7FC-637A6612ED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3953-3507-831D-D721-F34CED540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5BE5F-C209-71E8-FB22-D982F1A86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24AB-FC6C-8863-E559-85E80E29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F358F-AC43-BE4A-805E-D86CD174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45AFE-22B5-EAE2-DCAA-757DE3A8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1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82FC-792F-00BD-D302-7A724223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3C03D-3B42-1F3F-69AF-F72011C3D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B514-FB9F-E582-512D-A72020D0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BC9F-C45F-EA59-C55A-CEAAA92D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38CC9-65E0-3505-518D-C3F6BC40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4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C47A-4500-07CA-10AA-82A66A32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9D626-4F2A-17FD-5DB8-CB9A1322B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38905-BEF5-DD8C-6308-984B3B82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B631-22D1-C107-A44C-81C57746D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361A-3449-667C-66F5-8FB27840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6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DAA6-6FE5-3C6C-4FD9-1A13F173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C8BB-1D14-EB5C-BC3E-A75860DDB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C80FD-2F0E-E440-9A33-3CE226D12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A14E3-66C7-0CAC-4205-52C347F2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EA232-5725-443D-C459-808971C1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9D2A4-C16B-E88B-0E06-EDC8DDF2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5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A921-8856-9199-D7B2-E38BAA2A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6BC46-1BA2-E154-8BCB-DC7C6D8B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8686F-B066-F2E2-9D52-7A82FF5F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C2D3C-DAD5-65F5-B4B1-BFC6A70AC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92915-F856-74C0-737F-49D293908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233C3-152D-EF00-9E73-33268B83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FC096-B6DF-2A03-35D4-2483EEA3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CD04C-D9A3-DF60-36ED-4B3473FB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4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C99D-31CA-1F25-C681-131829CE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EB55D-646C-806C-6424-3C0B764B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0B47A-83D5-A548-80D7-95D09994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E019E-721B-1B59-3DD6-5665B908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3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B10C8-B96E-75E5-12D3-D6BAFCCF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ADD42-F871-1075-7DF6-8D7E39F9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35604-8DEF-4782-8036-CFBA8D59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4EFF-C55D-CC73-CB12-07D81370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D35D-8CAC-E720-B3EB-377EBAAFD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358AE-EE8E-06B6-8F38-C93246914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75923-9B50-A072-9245-62230450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0AEBC-2066-EDCF-2EAA-AFC70771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12807-BC3B-8B68-51DC-CE9CB58C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8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948C-73F6-B30D-77C4-5E3605A7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32AA4-0B77-D427-CCDD-6A4DDF335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27376-3626-3C22-FA1A-69B32AD74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356F7-9C47-7D00-0A32-20F59A30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B6490-4A0C-0ADA-17FD-3AAEB99B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8AA1B-314F-8083-3917-85EFBCE0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3B8D-4069-A30C-3E16-8F219408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CABE2-9946-79C1-E1B4-4433A3FD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6510-3115-1338-ECFB-30E75FA7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F38C4-EA9B-886C-AD6C-339E7B32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EA001-1441-3E6D-F721-791D1DA0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6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F80A6-4D1C-370E-4CC6-852C0E6FB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9E8EA-4FD4-45C9-6D9A-6DB352110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B56B-D5E2-B2DE-7746-624441D6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9324D-6BBB-52A4-EC11-481B916C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3DA0-5BB9-1126-67B9-E67940C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9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FB5E6-99AC-7B1D-3BC9-56F4217F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259C5-3278-AB13-0827-AC3321C22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69239-5124-4074-ABAA-09CEA69A0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5D314-0DE7-4BBE-AB32-B46E9237599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CA3E-7C02-D938-E027-F3FFB8BC7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7830B-D520-3495-AC86-C6B4243D2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FD6AA-F039-4C5B-8405-D786B316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25ECCD9A-AAB0-DF7D-D3C3-37010C5E9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44" y="286297"/>
            <a:ext cx="3062305" cy="98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CD8A7C14-4332-CF2C-4F86-ED7AF18B7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883" y="131254"/>
            <a:ext cx="3219473" cy="98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D43620-8394-2356-31D0-115BC41892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262" y="80853"/>
            <a:ext cx="1505896" cy="1536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8035F0-A939-84FC-F206-95655B86D9CB}"/>
              </a:ext>
            </a:extLst>
          </p:cNvPr>
          <p:cNvSpPr txBox="1"/>
          <p:nvPr/>
        </p:nvSpPr>
        <p:spPr>
          <a:xfrm>
            <a:off x="560438" y="1657908"/>
            <a:ext cx="11071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DAYANANDA SAGAR UNIVERSITY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  <a:p>
            <a:pPr algn="ctr"/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</a:p>
        </p:txBody>
      </p:sp>
      <p:sp>
        <p:nvSpPr>
          <p:cNvPr id="8" name="Google Shape;65;p2">
            <a:extLst>
              <a:ext uri="{FF2B5EF4-FFF2-40B4-BE49-F238E27FC236}">
                <a16:creationId xmlns:a16="http://schemas.microsoft.com/office/drawing/2014/main" id="{5C4127F7-D7E2-BD7D-AF29-68BF108348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39510" y="4526145"/>
            <a:ext cx="4935896" cy="160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Amar H M (ENG23AM1001)</a:t>
            </a: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Sanjay S (ENG23AM1004)</a:t>
            </a: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Deepak Mehto (ENG22AM0087)</a:t>
            </a: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Shashanka N (ENG23AM1006)                    </a:t>
            </a:r>
            <a:endParaRPr lang="en-IN" sz="1800" b="1" dirty="0">
              <a:solidFill>
                <a:schemeClr val="bg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2DF99-DB90-1322-9028-E2C69D5A8BAA}"/>
              </a:ext>
            </a:extLst>
          </p:cNvPr>
          <p:cNvSpPr txBox="1"/>
          <p:nvPr/>
        </p:nvSpPr>
        <p:spPr>
          <a:xfrm>
            <a:off x="4950490" y="4099993"/>
            <a:ext cx="211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SUBMITTED BY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4EC32-160D-18A7-5B7A-084112DB03E1}"/>
              </a:ext>
            </a:extLst>
          </p:cNvPr>
          <p:cNvSpPr txBox="1"/>
          <p:nvPr/>
        </p:nvSpPr>
        <p:spPr>
          <a:xfrm>
            <a:off x="2861187" y="63266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Academic Year: 2024-2025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F9A30-11A9-CEC0-407F-2ADD6098C8D3}"/>
              </a:ext>
            </a:extLst>
          </p:cNvPr>
          <p:cNvSpPr txBox="1"/>
          <p:nvPr/>
        </p:nvSpPr>
        <p:spPr>
          <a:xfrm>
            <a:off x="3008124" y="3194066"/>
            <a:ext cx="5802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Project Title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AI-Powered Meme Generator using LSTM &amp; </a:t>
            </a:r>
            <a:r>
              <a:rPr lang="en-US" sz="2000" dirty="0" err="1">
                <a:solidFill>
                  <a:srgbClr val="FF0000"/>
                </a:solidFill>
              </a:rPr>
              <a:t>Streamlit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86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B7E7-D8D3-DE73-4CFA-B715044E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94372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EA84940-A582-3601-F383-89BC41BA3D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9541" y="2138562"/>
            <a:ext cx="9889306" cy="4137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Memes have become a popular and influential way of expressing ideas and emotions online.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spread quickly, connect people through humor, and shape digital conversations.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growing use of social media, the need for fast and creative meme content has increased.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Memes are widely used for entertainment and communication.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convey messages in a simple, visual, and relatable manner.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struggle to think of clever or impactful captions.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meme creation can be time-consuming.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ideas are not always available when needed.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tool that supports caption generation can save time and effort.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help users express thoughts more easily and creatively.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make meme creation accessible for everyone.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593DEF42-3594-C286-BDA1-3F570907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04579C-A0A9-D541-3D6F-261A8E1995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11" name="Picture 10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358B4E91-D5FD-B932-B3C9-EC2AD00B4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62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DDD-00D1-2278-206F-DC6B0339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995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4F01-9995-5169-C151-9FF3B8332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455"/>
            <a:ext cx="10515600" cy="476282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meme creation process often faces challenges due to the lack of quick and creative caption ideas.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struggle to generate witty or meaningful captions on the spot.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caption writing is time-consuming.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everyone finds it easy to express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emotions through text.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Fast-paced social media trends demand quick content creation.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instant ideas reduce creativity while making memes.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simple tool to assist in generating captions quickly.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 is needed to streamline meme caption creation.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516DF65C-6B0C-8643-4197-C9A12323B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89085B-6796-1F2D-7F82-F027C0A34E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D0067CE0-1A21-940A-FAFF-82FBCB9B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07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B6D2-2B9C-A024-E65A-BE99AF37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58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2FA91-CD4C-58AD-9349-85F1FE6C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086"/>
            <a:ext cx="10515600" cy="50269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delivering a reliable and intuitive gesture-based interaction system through the following goals: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hands-free operation using defined hand gestures.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physical touch inputs.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faster and more natural interaction method.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 for users with mobility limitations.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high gesture-recognition accuracy.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system latency for smooth user experience.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system to be lightweight and hardware-friendly.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scalable base that can be extended to more gestures in the future.</a:t>
            </a:r>
          </a:p>
        </p:txBody>
      </p:sp>
      <p:pic>
        <p:nvPicPr>
          <p:cNvPr id="6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1BCD83C-4949-4A86-54A7-9BFA4D19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C81445-2664-DA5E-03D4-7D74B997EB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8" name="Picture 7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8108F644-E858-0FE6-0E95-C47FB29F1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10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547A-6E65-EC0B-FC37-DA795EDB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985318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EDEA4-1109-7A78-2A7B-EA57EBF3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69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This project defines the boundaries and extent of the gesture-based interaction system through the following points:</a:t>
            </a:r>
          </a:p>
          <a:p>
            <a:r>
              <a:rPr lang="en-US" sz="1800" dirty="0"/>
              <a:t>Focuses on recognizing a set of predefined hand gestures.</a:t>
            </a:r>
          </a:p>
          <a:p>
            <a:r>
              <a:rPr lang="en-US" sz="1800" dirty="0"/>
              <a:t>Covers real-time detection and response to user gestures.</a:t>
            </a:r>
          </a:p>
          <a:p>
            <a:r>
              <a:rPr lang="en-US" sz="1800" dirty="0"/>
              <a:t>Includes basic interface actions like navigation and selection.</a:t>
            </a:r>
          </a:p>
          <a:p>
            <a:r>
              <a:rPr lang="en-US" sz="1800" dirty="0"/>
              <a:t>Limits processing to commonly available hardware (webcam/laptop camera).</a:t>
            </a:r>
          </a:p>
          <a:p>
            <a:r>
              <a:rPr lang="en-US" sz="1800" dirty="0"/>
              <a:t>Ensures functionality in normal indoor lighting conditions.</a:t>
            </a:r>
          </a:p>
          <a:p>
            <a:r>
              <a:rPr lang="en-US" sz="1800" dirty="0"/>
              <a:t>Provides a simple, user-friendly interaction flow.</a:t>
            </a:r>
          </a:p>
          <a:p>
            <a:r>
              <a:rPr lang="en-US" sz="1800" dirty="0"/>
              <a:t>Excludes complex full-body motion tracking.</a:t>
            </a:r>
          </a:p>
          <a:p>
            <a:r>
              <a:rPr lang="en-US" sz="1800" dirty="0"/>
              <a:t>Excludes advanced AI decision-making beyond gesture mapping.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F40A58C8-2F66-8041-EDD3-DAD4C3844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FF84C-F499-E9CB-0281-4FFA90A020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36A83A35-18A0-5F73-E000-2AB75CC32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06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0984-9CA0-83DE-AA14-40E92FF5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72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CA8F-8DFB-DBC7-3446-7AAF2D6A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786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built using reliable and well-established tools: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core program logic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for real-time video processing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hand-tracking and landmark detection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for numerical operations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Simple UI layer for interaction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or laptop camera for gesture input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for development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environment for execution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3925A231-C638-E6A5-EA14-5919D259B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B6E5EB-4F77-EC13-5789-C7DE5351DE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3D82501D-AB39-9F2A-265B-4040BDEB4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07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FDFE-7289-63D8-6C55-1967D26E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82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AF09-FABD-26ED-9375-E480ABD3A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836"/>
            <a:ext cx="10515600" cy="5080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1. Data Collection</a:t>
            </a:r>
          </a:p>
          <a:p>
            <a:r>
              <a:rPr lang="en-US" sz="1800" dirty="0"/>
              <a:t>Gather a diverse set of meme templates and real-world images.</a:t>
            </a:r>
          </a:p>
          <a:p>
            <a:r>
              <a:rPr lang="en-US" sz="1800" dirty="0"/>
              <a:t>Include curated caption datasets containing humorous and contextual text.</a:t>
            </a:r>
          </a:p>
          <a:p>
            <a:pPr marL="0" indent="0">
              <a:buNone/>
            </a:pPr>
            <a:r>
              <a:rPr lang="en-US" sz="1800" b="1" dirty="0"/>
              <a:t>2. Data Pre-processing</a:t>
            </a:r>
          </a:p>
          <a:p>
            <a:r>
              <a:rPr lang="en-US" sz="1800" dirty="0"/>
              <a:t>Resize and normalize images for the model.</a:t>
            </a:r>
          </a:p>
          <a:p>
            <a:r>
              <a:rPr lang="en-US" sz="1800" dirty="0"/>
              <a:t>Clean and filter captions to remove unwanted or offensive text.</a:t>
            </a:r>
          </a:p>
          <a:p>
            <a:r>
              <a:rPr lang="en-US" sz="1800" dirty="0"/>
              <a:t>Convert text into machine-readable tokens.</a:t>
            </a:r>
          </a:p>
          <a:p>
            <a:pPr marL="0" indent="0">
              <a:buNone/>
            </a:pPr>
            <a:r>
              <a:rPr lang="en-US" sz="1800" b="1" dirty="0"/>
              <a:t>3. Feature Extraction</a:t>
            </a:r>
          </a:p>
          <a:p>
            <a:r>
              <a:rPr lang="en-US" sz="1800" dirty="0"/>
              <a:t>Use a CNN (e.g., VGG16 / </a:t>
            </a:r>
            <a:r>
              <a:rPr lang="en-US" sz="1800" dirty="0" err="1"/>
              <a:t>ResNet</a:t>
            </a:r>
            <a:r>
              <a:rPr lang="en-US" sz="1800" dirty="0"/>
              <a:t>) to extract visual features from the image.</a:t>
            </a:r>
          </a:p>
          <a:p>
            <a:r>
              <a:rPr lang="en-US" sz="1800" dirty="0"/>
              <a:t>Identify objects, background, and visual elements relevant for captioning.</a:t>
            </a:r>
          </a:p>
          <a:p>
            <a:pPr marL="0" indent="0">
              <a:buNone/>
            </a:pPr>
            <a:r>
              <a:rPr lang="en-US" sz="1800" b="1" dirty="0"/>
              <a:t>4. Caption Generation Model</a:t>
            </a:r>
          </a:p>
          <a:p>
            <a:r>
              <a:rPr lang="en-US" sz="1800" dirty="0"/>
              <a:t>Use an encoder–decoder architecture combining:</a:t>
            </a:r>
          </a:p>
          <a:p>
            <a:pPr lvl="1"/>
            <a:r>
              <a:rPr lang="en-US" sz="1800" b="1" dirty="0"/>
              <a:t>CNN</a:t>
            </a:r>
            <a:r>
              <a:rPr lang="en-US" sz="1800" dirty="0"/>
              <a:t> → Image understanding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2DFBD2D7-0327-CD8C-22E5-3E57C97A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317FA4-BED8-242A-ACA6-B4DEC7441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9B971CC0-E898-9F28-14FC-DDD74BDF0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68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2CB89-012F-6626-D20B-64F13E52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2" y="1145217"/>
            <a:ext cx="10515600" cy="5507338"/>
          </a:xfrm>
        </p:spPr>
        <p:txBody>
          <a:bodyPr>
            <a:noAutofit/>
          </a:bodyPr>
          <a:lstStyle/>
          <a:p>
            <a:pPr lvl="1"/>
            <a:r>
              <a:rPr lang="en-US" sz="1800" b="1" dirty="0"/>
              <a:t>LSTM / Transformer</a:t>
            </a:r>
            <a:r>
              <a:rPr lang="en-US" sz="1800" dirty="0"/>
              <a:t> → Text generation</a:t>
            </a:r>
          </a:p>
          <a:p>
            <a:r>
              <a:rPr lang="en-US" sz="1800" dirty="0"/>
              <a:t>Add an attention mechanism to focus on key parts of the image.</a:t>
            </a:r>
            <a:endParaRPr lang="en-US" sz="18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5. Caption Refinement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Filter out harmful terms using a rule-based and AI-based content safety layer.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Apply grammar correction and humor enhancement.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6. Meme Template Integration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Place the generated caption onto the image using meme-style formatting.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Adjust text position, font size, and alignment.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7. Output Generation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Produce the final meme in downloadable format.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Option for multiple caption variations to choose from.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8. User Interaction Layer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Provide a simple UI where users upload an image and receive instant meme outputs.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Enable manual editing for caption customization.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62E7F062-397F-0B92-ABBF-651FB8233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184613-7E33-E900-BC99-A869F5FEDF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B083AD76-18B7-B9C2-586E-B46AB90F4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08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75D64-57EF-1392-4A64-ED76186EF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45" y="1087693"/>
            <a:ext cx="3846871" cy="5770308"/>
          </a:xfrm>
        </p:spPr>
      </p:pic>
      <p:pic>
        <p:nvPicPr>
          <p:cNvPr id="6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71ACDEB0-C7A1-9477-07FF-0C41CDF08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08BB33-9F6A-9F76-7E54-2CA8128CA7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8" name="Picture 7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048A4709-F73B-2490-D5C1-110C82D44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89F064-012C-B1EA-C7FC-637A6612ED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114" y="1145217"/>
            <a:ext cx="3529941" cy="529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0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085F-2AE0-B721-EC79-055424BD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689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DFA21-BD8A-B410-6804-5897B244FE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1756" y="2165647"/>
            <a:ext cx="9072716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working system that generates meme captions automatically using an LSTM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Clear, meaningful, and English-friendly captions without random or inappropriate text.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memes created from both template images and user-uploaded pictures.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caption generation with consistent formatting and clean text placement on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fallback caption system that guarantees a usable result even when AI prediction fails.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easy-to-use interface built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 meme creation.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engagement through creative, context-aware meme outputs.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reliable prototype demonstrating the practical use of Gen-AI in content creation.</a:t>
            </a: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DE878D48-9009-90E6-9689-B87D1A587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3A9027-3E6A-5E19-A577-99A0E54D14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7" name="Picture 6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326C192C-10B9-5E50-0D27-596865B46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38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6C8A-7823-BEFD-8793-991113A6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42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8836E6-4200-6870-1E1A-4B85A8862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883" y="1848924"/>
            <a:ext cx="10390239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generated clear and meaningful meme captions for a wide range of topics.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predictions worked well for short, common topics and produced smooth, natural text extensions.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quality-check filter removed weak or unsuitable outputs, ensuring only clean and usable captions were shown.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template-based fallback system improved overall reliability, giving a valid caption even when the AI struggled.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image rendering module placed captions neatly on the meme without overflowing or breaking layout.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testing showed that the interface was easy to operate and produced results within seconds.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performed consistently across different images, demonstrating stability in real-time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proved that Gen-AI can assist in simple creative tasks with good accuracy and dependable output.</a:t>
            </a: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08466920-A536-8CBA-C3F1-C6807E393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516EBE-B24D-7444-2FBB-1C859DC00C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7" name="Picture 6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A4F2A02A-D29F-EC54-44DA-C40E183AA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06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2005-F0FD-72CF-8701-675A5D54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9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880A-CF8E-F101-EC7B-2701C0A9F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819" y="1832854"/>
            <a:ext cx="10515600" cy="4398196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may produce repetitive or less creative captions for uncommon topics.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 quality depends heavily on the training dataset size and diversity.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deep understanding of humor or context beyond learned patterns.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cannot guarantee perfect grammar in every generated caption.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template library compared to real-time meme platforms.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multilingual caption support in the current version.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user input for topic — cannot fully auto-generate memes yet.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1ED93A8B-18AA-0DDB-802F-DC7803B32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3E5D00-548C-DD1C-17EC-7E7F7E64E3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ADD9AD9A-6A98-7DC7-F9AB-B2136893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57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73C7-40E5-59E6-14DA-0E2A4AF0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637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F57B64-65D7-AB9D-652A-2CB4B0006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1385"/>
            <a:ext cx="10862187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more advanced transformer models (like GPT-based captioning) for richer and more humorous outputs.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Adding multilingual caption generation to support regional languages.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Expanding the meme template library with trending and customizable formats.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Allowing users to edit or fine-tune AI-generated captions directly within the interface.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Enabling automatic image selection based on the topic for fully automated meme creation.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a user feedback loop so the model improves continuously.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Developing a mobile app version for faster, on-the-go meme generation.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Incorporating social media integration for instant sharing of created memes.</a:t>
            </a: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C9BDEEE7-8A4A-F9A1-04F7-F1ADFE81B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E5F052-23F2-C35D-4CF9-BD6AD9AD2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7" name="Picture 6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4C8AD1CF-81EA-CF52-C209-9D6A914AA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840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70149-B0A0-6298-25F8-AA0C1840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977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473C0CB2-10E7-CF1C-357A-5229B2F8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1758B1-6243-6237-1639-0A1B3DED90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069E0C72-EEDC-F420-84F6-B4E7DDFBB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F076C0D-2F4C-C9A2-4237-782807954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89679"/>
            <a:ext cx="10626214" cy="3949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This project demonstrates how modern AI can be applied to a creative domain like meme generation, making the entire process faster, simpler, and more engaging for users. By integrating an LSTM-based caption generator with a streamlined interface, the system is able to produce meaningful, humorous, and context-aware captions with minimal user effort. It shows how AI can support everyday digital expression, not just through automation, but by enhancing creativity itself.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The project successfully highlights the potential of combining machine learning with real-world applications, proving that even simple models like LSTMs can deliver impressive results when paired with thoughtful post-processing and a clean user experience. Although the system has certain limitations, such as restricted understanding of humor and dependency on dataset quality, it establishes a strong and scalable foundation for future enhancements.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Overall, this work demonstrates the growing role of AI in content creation and offers a promising starting point for more advanced, intelligent, and interactive meme-generation systems in the future.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4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C458-33AE-A450-203E-F7619F9E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122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78DEE8-D5E5-A7AF-D4C9-2FFA57B3B9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3811"/>
            <a:ext cx="9859297" cy="359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400" dirty="0"/>
              <a:t>[1] V. Peirson and J. </a:t>
            </a:r>
            <a:r>
              <a:rPr lang="en-US" sz="1400" dirty="0" err="1"/>
              <a:t>Tolins</a:t>
            </a:r>
            <a:r>
              <a:rPr lang="en-US" sz="1400" dirty="0"/>
              <a:t>, “Dank Learning: Generating Memes Using Deep Neural Networks,” </a:t>
            </a:r>
            <a:r>
              <a:rPr lang="en-US" sz="1400" i="1" dirty="0" err="1"/>
              <a:t>arXiv</a:t>
            </a:r>
            <a:r>
              <a:rPr lang="en-US" sz="1400" i="1" dirty="0"/>
              <a:t> preprint arXiv:1806.04510</a:t>
            </a:r>
            <a:r>
              <a:rPr lang="en-US" sz="1400" dirty="0"/>
              <a:t>, 2018.</a:t>
            </a:r>
          </a:p>
          <a:p>
            <a:pPr marL="0" indent="0">
              <a:buNone/>
            </a:pPr>
            <a:r>
              <a:rPr lang="en-US" sz="1400" dirty="0"/>
              <a:t>[2] O. </a:t>
            </a:r>
            <a:r>
              <a:rPr lang="en-US" sz="1400" dirty="0" err="1"/>
              <a:t>Vinyals</a:t>
            </a:r>
            <a:r>
              <a:rPr lang="en-US" sz="1400" dirty="0"/>
              <a:t>, A. </a:t>
            </a:r>
            <a:r>
              <a:rPr lang="en-US" sz="1400" dirty="0" err="1"/>
              <a:t>Toshev</a:t>
            </a:r>
            <a:r>
              <a:rPr lang="en-US" sz="1400" dirty="0"/>
              <a:t>, S. Bengio, and D. Erhan, “Show and Tell: A Neural Image Caption Generator,” in </a:t>
            </a:r>
            <a:r>
              <a:rPr lang="en-US" sz="1400" i="1" dirty="0"/>
              <a:t>Proc. IEEE Conf. Computer Vision and Pattern Recognition (CVPR)</a:t>
            </a:r>
            <a:r>
              <a:rPr lang="en-US" sz="1400" dirty="0"/>
              <a:t>, 2015, pp. 3156–3164.</a:t>
            </a:r>
          </a:p>
          <a:p>
            <a:pPr marL="0" indent="0">
              <a:buNone/>
            </a:pPr>
            <a:r>
              <a:rPr lang="en-US" sz="1400" dirty="0"/>
              <a:t>[3] K. Xu et al., “Show, Attend and Tell: Neural Image Caption Generation with Visual Attention,” in </a:t>
            </a:r>
            <a:r>
              <a:rPr lang="en-US" sz="1400" i="1" dirty="0"/>
              <a:t>Proc. Int. Conf. Machine Learning (ICML)</a:t>
            </a:r>
            <a:r>
              <a:rPr lang="en-US" sz="1400" dirty="0"/>
              <a:t>, 2015, pp. 2048–2057.</a:t>
            </a:r>
          </a:p>
          <a:p>
            <a:pPr marL="0" indent="0">
              <a:buNone/>
            </a:pPr>
            <a:r>
              <a:rPr lang="en-US" sz="1400" dirty="0"/>
              <a:t>[4] J. Hessel, N. Lee, and L. Choi, “Something’s Off: Analyzing and Automating Visual Meme Understanding,” in </a:t>
            </a:r>
            <a:r>
              <a:rPr lang="en-US" sz="1400" i="1" dirty="0"/>
              <a:t>Proc. IEEE Winter Conf. Applications of Computer Vision (WACV)</a:t>
            </a:r>
            <a:r>
              <a:rPr lang="en-US" sz="1400" dirty="0"/>
              <a:t>, 2020, pp. 2454–2463.</a:t>
            </a:r>
          </a:p>
          <a:p>
            <a:pPr marL="0" indent="0">
              <a:buNone/>
            </a:pPr>
            <a:r>
              <a:rPr lang="en-US" sz="1400" dirty="0"/>
              <a:t>[5] J. Devlin, M. Gupta, and J. Pont-Tuset, “</a:t>
            </a:r>
            <a:r>
              <a:rPr lang="en-US" sz="1400" dirty="0" err="1"/>
              <a:t>MemeCamp</a:t>
            </a:r>
            <a:r>
              <a:rPr lang="en-US" sz="1400" dirty="0"/>
              <a:t>: A Dataset for Understanding and Generating Internet Memes,” in </a:t>
            </a:r>
            <a:r>
              <a:rPr lang="en-US" sz="1400" i="1" dirty="0"/>
              <a:t>Proc. IEEE Conf. Computer Vision and Pattern Recognition Workshops (CVPRW)</a:t>
            </a:r>
            <a:r>
              <a:rPr lang="en-US" sz="1400" dirty="0"/>
              <a:t>, 2021, pp. 3585–3594.</a:t>
            </a:r>
          </a:p>
          <a:p>
            <a:pPr marL="0" indent="0">
              <a:buNone/>
            </a:pPr>
            <a:r>
              <a:rPr lang="en-US" sz="1400" dirty="0"/>
              <a:t>[6] M. Hossain, F. Sohel, M. </a:t>
            </a:r>
            <a:r>
              <a:rPr lang="en-US" sz="1400" dirty="0" err="1"/>
              <a:t>Shiratuddin</a:t>
            </a:r>
            <a:r>
              <a:rPr lang="en-US" sz="1400" dirty="0"/>
              <a:t>, and H. Laga, “A Comprehensive Survey of Image Captioning Techniques,” </a:t>
            </a:r>
            <a:r>
              <a:rPr lang="en-US" sz="1400" i="1" dirty="0"/>
              <a:t>ACM Computing Surveys</a:t>
            </a:r>
            <a:r>
              <a:rPr lang="en-US" sz="1400" dirty="0"/>
              <a:t>, vol. 51, no. 6, pp. 1–36, 2019.</a:t>
            </a:r>
          </a:p>
          <a:p>
            <a:pPr marL="0" indent="0">
              <a:buNone/>
            </a:pPr>
            <a:r>
              <a:rPr lang="en-US" sz="1400" dirty="0"/>
              <a:t>[7] S. Liu, H. Ren, and Q. Zhang, “Deep Learning in Image Captioning: A Survey,” </a:t>
            </a:r>
            <a:r>
              <a:rPr lang="en-US" sz="1400" i="1" dirty="0"/>
              <a:t>ACM Trans. Multimedia Computing, Communications, and Applications (TOMM)</a:t>
            </a:r>
            <a:r>
              <a:rPr lang="en-US" sz="1400" dirty="0"/>
              <a:t>, vol. 18, no. 2s, pp. 1–27, 2022.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AC90A6B-9553-58FC-99F4-780ADEA1C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3" y="205445"/>
            <a:ext cx="2560709" cy="82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C3DC78-994C-61E2-E99F-A906FD2EA0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08716"/>
            <a:ext cx="1015772" cy="1036501"/>
          </a:xfrm>
          <a:prstGeom prst="rect">
            <a:avLst/>
          </a:prstGeom>
        </p:spPr>
      </p:pic>
      <p:pic>
        <p:nvPicPr>
          <p:cNvPr id="7" name="Picture 6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1F1FFE1E-2F23-DF35-70FC-345E29E43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55" y="131254"/>
            <a:ext cx="2660201" cy="81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0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1657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Calibri Light</vt:lpstr>
      <vt:lpstr>Tahoma</vt:lpstr>
      <vt:lpstr>Times New Roman</vt:lpstr>
      <vt:lpstr>Office Theme</vt:lpstr>
      <vt:lpstr>PowerPoint Presentation</vt:lpstr>
      <vt:lpstr>Introduction</vt:lpstr>
      <vt:lpstr>Problem Statement</vt:lpstr>
      <vt:lpstr>Objectives</vt:lpstr>
      <vt:lpstr>Project Scope</vt:lpstr>
      <vt:lpstr>Tools &amp; Technologies</vt:lpstr>
      <vt:lpstr>Methodology / Approach</vt:lpstr>
      <vt:lpstr>PowerPoint Presentation</vt:lpstr>
      <vt:lpstr>PowerPoint Presentation</vt:lpstr>
      <vt:lpstr>Expected Outcomes</vt:lpstr>
      <vt:lpstr>Results &amp; Analysis</vt:lpstr>
      <vt:lpstr>Limitations</vt:lpstr>
      <vt:lpstr>Future Scope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ENG23AM1001 AMAR H M</dc:creator>
  <cp:lastModifiedBy>ENG23AM1001 AMAR H M</cp:lastModifiedBy>
  <cp:revision>1</cp:revision>
  <dcterms:created xsi:type="dcterms:W3CDTF">2025-12-03T06:19:01Z</dcterms:created>
  <dcterms:modified xsi:type="dcterms:W3CDTF">2025-12-03T13:43:47Z</dcterms:modified>
</cp:coreProperties>
</file>